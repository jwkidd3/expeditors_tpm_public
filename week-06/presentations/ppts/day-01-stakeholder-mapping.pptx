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triads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Section 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triads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a RACI matrix (Responsible, Accountable, Consulted, Informed)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Stakeholder Engagement Plan (SEP) Section 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 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Section 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copy from Technical Concept Document (TCD) Section 6</a:t>
            </a:r>
          </a:p>
          <a:p>
            <a:pPr lvl="0" indent="0" marL="0">
              <a:buNone/>
            </a:pPr>
            <a:r>
              <a:rPr/>
              <a:t>15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+ 15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15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+ 15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Section 1 + key trade-offs</a:t>
            </a:r>
          </a:p>
          <a:p>
            <a:pPr lvl="0" indent="0" marL="0">
              <a:buNone/>
            </a:pPr>
            <a:r>
              <a:rPr/>
              <a:t>Service Level Objective (SLO) targets — TCD Section 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Out-of-scope (OOS)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20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Day 1 AI Prompt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polish Section 1</a:t>
            </a:r>
          </a:p>
          <a:p>
            <a:pPr lvl="0" indent="0" marL="0">
              <a:buNone/>
            </a:pPr>
            <a:r>
              <a:rPr/>
              <a:t>20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Section 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+ 20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Section 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2026-07-20T12:36:48Z</dcterms:created>
  <dcterms:modified xsi:type="dcterms:W3CDTF">2026-07-20T12:36:48Z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