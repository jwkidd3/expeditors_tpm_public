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quads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quads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Section 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quads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a RACI matrix (Responsible, Accountable, Consulted, Informed)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Stakeholder Engagement Plan (SEP) Section 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 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Section 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copy from Technical Concept Document (TCD) Section 6</a:t>
            </a:r>
          </a:p>
          <a:p>
            <a:pPr lvl="0" indent="0" marL="0">
              <a:buNone/>
            </a:pPr>
            <a:r>
              <a:rPr/>
              <a:t>25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+ 25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High-Interest, High-Power: Eng Lead
Customer Success Lead
QA Lead
High-Interest, Low-Power:   Other dispatcher squads
Internal users testing
Low-Interest, High-Power:   Architect
Eng Director
Security Lead
CFO
Low-Interest, Low-Power:    Internal communications
Ops floor</a:t>
            </a:r>
          </a:p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25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+ 25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Section 1 + key trade-offs</a:t>
            </a:r>
          </a:p>
          <a:p>
            <a:pPr lvl="0" indent="0" marL="0">
              <a:buNone/>
            </a:pPr>
            <a:r>
              <a:rPr/>
              <a:t>Service Level Objective (SLO) targets — TCD Section 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Out-of-scope (OOS)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30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30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Day 1 AI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coaching a junior TPM on stakeholder management.
Context: &lt;stakeholder list with quadrants and RACI&gt;
Task: Identify 3 likely blind spots:
1. A stakeholder who probably has more power than the map shows
2. A decision where the A is wrong or absent
3. A high-power-low-interest stakeholder whose trigger isn't named
Constraints:
- Be specific to names and roles given
- Do not invent stakeholders
Format: 3 numbered findings, each with one-sentence rationale.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15 min: polish Section 1</a:t>
            </a:r>
          </a:p>
          <a:p>
            <a:pPr lvl="0" indent="0" marL="0">
              <a:buNone/>
            </a:pPr>
            <a:r>
              <a:rPr/>
              <a:t>30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Section 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+ 30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Section 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2026-08-12T22:04:25Z</dcterms:created>
  <dcterms:modified xsi:type="dcterms:W3CDTF">2026-08-12T22:04:25Z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