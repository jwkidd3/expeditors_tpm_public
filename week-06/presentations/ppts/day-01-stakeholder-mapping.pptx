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triads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§6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triads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RACI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SEP §1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§1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copy from TCD §6</a:t>
            </a:r>
          </a:p>
          <a:p>
            <a:pPr lvl="0" indent="0" marL="0">
              <a:buNone/>
            </a:pPr>
            <a:r>
              <a:rPr/>
              <a:t>15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+ 15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15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+ 15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§1 + key trade-offs</a:t>
            </a:r>
          </a:p>
          <a:p>
            <a:pPr lvl="0" indent="0" marL="0">
              <a:buNone/>
            </a:pPr>
            <a:r>
              <a:rPr/>
              <a:t>SLO targets — TCD §4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OOS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20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Day 1 AI Prompt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polish §1</a:t>
            </a:r>
          </a:p>
          <a:p>
            <a:pPr lvl="0" indent="0" marL="0">
              <a:buNone/>
            </a:pPr>
            <a:r>
              <a:rPr/>
              <a:t>20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§6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+ 20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§1.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2026-05-28T12:50:42Z</dcterms:created>
  <dcterms:modified xsi:type="dcterms:W3CDTF">2026-05-28T12:50:42Z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