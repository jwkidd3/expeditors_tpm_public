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quads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quads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High-Interest, High-Power: Eng Lead
Customer Success Lead
QA Lead
High-Interest, Low-Power:   Other dispatcher squads
Internal users testing
Low-Interest, High-Power:   Architect
Eng Director
Security Lead
CFO
Low-Interest, Low-Power:    Internal communications
Ops floor</a:t>
            </a:r>
          </a:p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a junior TPM on stakeholder management.
Context: &lt;stakeholder list with quadrants and RACI&gt;
Task: Identify 3 likely blind spots:
1. A stakeholder who probably has more power than the map shows
2. A decision where the A is wrong or absent
3. A high-power-low-interest stakeholder whose trigger isn't named
Constraints:
- Be specific to names and roles given
- Do not invent stakeholders
Format: 3 numbered findings, each with one-sentence rationale.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2026-08-07T22:16:33Z</dcterms:created>
  <dcterms:modified xsi:type="dcterms:W3CDTF">2026-08-07T22:16:33Z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