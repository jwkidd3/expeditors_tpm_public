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quad has SEP Section 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Quads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 — decision asks trace to a RACI matrix (Responsible, Accountable, Consulted, Informed)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Section 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HP = High Power, HI = High Interest, LP = Low Power, LI = Low Interest (from the Power × Interest grid).</a:t>
            </a:r>
          </a:p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### &lt;Name / Role&gt;
**Quadrant:** ...
**Cadence:** weekly / bi-weekly / monthly / trigger
**Format:** memo / email / sync / standup mention
**Length:** &lt; N words / &lt; N min
**What they need from us (recurring):** ...
**What we need from them (recurring):** ...
**What they need from us right now:** ...
**What we need from them right now:** ...
**Channel of choice:** email / Slack / sync / Confluence
**Backup channel:** ...
**Stakeholder-specific notes:** ...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 — ask for an SLO (Service Level Objective) sign-off and expect a scope ask back.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Role: Senior PM reviewing a junior TPM's engagement plan.
Context: &lt;SEP Section 1 + Section 2 stakeholder list and engagement plans&gt;
Task: Identify the top 3 engagement risks:
1. A stakeholder likely under-served by the plan
2. A stakeholder likely over-served (TPM wasting attention)
3. A specific anti-pattern the plan is exposed to
Constraints:
- Be specific
- Suggest a concrete adjustment
Format: 3 findings — Risk / Why / Adjustment.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Section 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Stakeholder Engagement Plan (SEP)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Technical Concept Document (TCD)/Technical Modeling Document (TMD) trade-offs → business</a:t>
            </a:r>
          </a:p>
          <a:p>
            <a:pPr lvl="0" indent="0" marL="0">
              <a:buNone/>
            </a:pPr>
            <a:r>
              <a:rPr/>
              <a:t>Bring to Day 3: SEP Sections 1–2 + your TCD Section 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2026-08-07T22:16:35Z</dcterms:created>
  <dcterms:modified xsi:type="dcterms:W3CDTF">2026-08-07T22:16:35Z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