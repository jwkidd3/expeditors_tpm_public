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Quads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25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&lt;Name / Role&gt;
**Quadrant:** ...
**Cadence:** weekly / bi-weekly / monthly / trigger
**Format:** memo / email / sync / standup mention
**Length:** &lt; N words / &lt; N min
**What they need from us (recurring):** ...
**What we need from them (recurring):** ...
**What they need from us right now:** ...
**What we need from them right now:** ...
**Channel of choice:** email / Slack / sync / Confluence
**Backup channel:** ...
**Stakeholder-specific notes:** ...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20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+ 20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30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junior TPM's engagement plan.
Context: &lt;SEP Section 1 + Section 2 stakeholder list and engagement plans&gt;
Task: Identify the top 3 engagement risks:
1. A stakeholder likely under-served by the plan
2. A stakeholder likely over-served (TPM wasting attention)
3. A specific anti-pattern the plan is exposed to
Constraints:
- Be specific
- Suggest a concrete adjustment
Format: 3 findings — Risk / Why / Adjustment.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25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+ 25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2026-08-23T18:36:31Z</dcterms:created>
  <dcterms:modified xsi:type="dcterms:W3CDTF">2026-08-23T18:36:31Z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