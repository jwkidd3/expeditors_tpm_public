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Triads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 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Section 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SEP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TCD/TMD trade-offs → business</a:t>
            </a:r>
          </a:p>
          <a:p>
            <a:pPr lvl="0" indent="0" marL="0">
              <a:buNone/>
            </a:pPr>
            <a:r>
              <a:rPr/>
              <a:t>Bring to Day 3: SEP Sections 1–2 + your TCD Section 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2026-07-19T11:56:12Z</dcterms:created>
  <dcterms:modified xsi:type="dcterms:W3CDTF">2026-07-19T11:56:12Z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