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Triads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 — decision asks trace to a RACI matrix (Responsible, Accountable, Consulted, Informed)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 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HP = High Power, HI = High Interest, LP = Low Power, LI = Low Interest (from the Power × Interest grid).</a:t>
            </a:r>
          </a:p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15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10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 — ask for an SLO (Service Level Objective) sign-off and expect a scope ask back.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20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15 min: design counter-measures for top 2–3</a:t>
            </a:r>
          </a:p>
          <a:p>
            <a:pPr lvl="0" indent="0" marL="0">
              <a:buNone/>
            </a:pPr>
            <a:r>
              <a:rPr/>
              <a:t>15 min: document in Section 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+ 15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Stakeholder Engagement Plan (SEP)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Technical Concept Document (TCD)/Technical Modeling Document (TMD) trade-offs → business</a:t>
            </a:r>
          </a:p>
          <a:p>
            <a:pPr lvl="0" indent="0" marL="0">
              <a:buNone/>
            </a:pPr>
            <a:r>
              <a:rPr/>
              <a:t>Bring to Day 3: SEP Sections 1–2 + your TCD Section 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2026-07-27T15:20:01Z</dcterms:created>
  <dcterms:modified xsi:type="dcterms:W3CDTF">2026-07-27T15:20:01Z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