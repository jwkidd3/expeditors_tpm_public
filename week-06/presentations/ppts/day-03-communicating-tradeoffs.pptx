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— say, an SLO (Service Level Objective) budget —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Sections 1–2 + TCD Section 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Technical Concept Document (TCD) Section 5 + Technical Modeling Document (TMD)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&lt;triad&gt;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Section 5 / TMD SectionX / SLO budget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(Kafka topic + DLQ) — they
just appear in audit store 1–10 seconds after the action.
## The choice
- Doing: Publish to Kafka topic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 (e.g., a DLQ — dead-letter queue — reference)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in Role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Section 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Stakeholder Engagement Plan (SEP)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Sections 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2026-07-20T12:36:52Z</dcterms:created>
  <dcterms:modified xsi:type="dcterms:W3CDTF">2026-07-20T12:36:52Z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