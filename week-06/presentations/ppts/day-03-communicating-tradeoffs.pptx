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&lt;triad&gt;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(Kafka topic + DLQ) — they
just appear in audit store 1–10 seconds after the action.
## The choice
- Doing: Publish to Kafka topic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2026-07-24T02:12:48Z</dcterms:created>
  <dcterms:modified xsi:type="dcterms:W3CDTF">2026-07-24T02:12:48Z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