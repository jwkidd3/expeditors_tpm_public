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— say, an SLO (Service Level Objective) budget —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Sections 1–2 + TCD Section 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20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review Technical Concept Document (TCD) Section 5 + Technical Modeling Document (TMD)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15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Trade-off brief: &lt;feature&gt;
**For:** &lt;stakeholder&gt;  |  **From:** &lt;quad&gt;  |  **Date:** ...
## The decision (1 sentence)
We are choosing [X] over [Y], accepting [cost].
## Why this matters to you (1–2 sentences in their currency)
...
## The choice
- What we're doing: ...
- What we're explicitly NOT doing: ...
- The cost we're accepting: ...
## What would change our mind
&lt;concrete trigger&gt;
## What we need from you
☐ Approval to proceed
☐ Specific concern to address
☐ Information we don't have
## Appendix (linked)
- TCD Section 5 / TMD SectionX / SLO budget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The decision
Async audit write (1–10s lag) over synchronous to keep
dispatcher reconcile screens fast.
## Why this matters to you
Affects audit-trail timing your SOC 2 process depends on.
Audit events are still durable (Event Hubs stream + DLQ) — they
just appear in audit store 1–10 seconds after the action.
## The choice
- Doing: Publish to Event Hubs stream at user-action; consumer
writes to audit store within 1–10s.
- NOT doing: Sync write on user's hot path (would add
30–80ms; breaks p95 SLO).
- Cost: A regulator querying within 5s of an event sees
stale state.
## What would change our mind
A regulator or customer contractually requires sync audit
visibility within &lt; 1 second.
## What we need from you
☐ Approval that 1–10s lag is acceptable for SOC 2
☐ Confirmation of acceptable lag bound (we propose ≤10s p99)
☐ Note of any contract requiring sync audit (we know of none)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10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 (e.g., a DLQ — dead-letter queue — reference)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quad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quad listens; does not defend. Same Week-3 review discipline.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in Role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&lt;stakeholder type — CFO, Compliance Lead, Sales VP&gt;
Context: &lt;paste the brief&gt;
Task: Read this as the named stakeholder.
- First question you'd ask?
- Concern that's unaddressed?
- Word or phrase that loses you?
Constraints:
- Specific to the brief, not generic
- Voice the stakeholder honestly
Format: Numbered — Question / Concern / Word.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10 min: reviewer quad reads in role; underlines</a:t>
            </a:r>
          </a:p>
          <a:p>
            <a:pPr lvl="0" indent="0" marL="0">
              <a:buNone/>
            </a:pPr>
            <a:r>
              <a:rPr/>
              <a:t>10 min: author quad listens to feedback</a:t>
            </a:r>
          </a:p>
          <a:p>
            <a:pPr lvl="0" indent="0" marL="0">
              <a:buNone/>
            </a:pPr>
            <a:r>
              <a:rPr/>
              <a:t>15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Section 3</a:t>
            </a:r>
          </a:p>
          <a:p>
            <a:pPr lvl="0" indent="0" marL="0">
              <a:buNone/>
            </a:pPr>
            <a:r>
              <a:rPr/>
              <a:t>⏱ 10 + 10 + 15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Stakeholder Engagement Plan (SEP)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Sections 1–3. Tomorrow we prep for the Friday simulation using AI.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2026-08-10T21:38:47Z</dcterms:created>
  <dcterms:modified xsi:type="dcterms:W3CDTF">2026-08-10T21:38:47Z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