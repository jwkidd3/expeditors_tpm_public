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&lt;triad&gt;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(Event Hubs stream + DLQ) — they
just appear in audit store 1–10 seconds after the action.
## The choice
- Doing: Publish to Event Hubs stream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CFO, Compliance Lead, Sales VP&gt;
Context: &lt;paste the brief&gt;
Task: Read this as the named stakeholder.
- First question you'd ask?
- Concern that's unaddressed?
- Word or phrase that loses you?
Constraints:
- Specific to the brief, not generic
- Voice the stakeholder honestly
Format: Numbered — Question / Concern / Word.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2026-08-04T16:59:35Z</dcterms:created>
  <dcterms:modified xsi:type="dcterms:W3CDTF">2026-08-04T16:59:35Z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