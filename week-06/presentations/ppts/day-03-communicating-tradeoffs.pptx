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&lt;quad&gt;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(Event Hubs stream + DLQ) — they
just appear in audit store 1–10 seconds after the action.
## The choice
- Doing: Publish to Event Hubs stream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quad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CFO, Compliance Lead, Sales VP&gt;
Context: &lt;paste the brief&gt;
Task: Read this as the named stakeholder.
- First question you'd ask?
- Concern that's unaddressed?
- Word or phrase that loses you?
Constraints:
- Specific to the brief, not generic
- Voice the stakeholder honestly
Format: Numbered — Question / Concern / Word.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10 min: reviewer quad reads in role; underlines</a:t>
            </a:r>
          </a:p>
          <a:p>
            <a:pPr lvl="0" indent="0" marL="0">
              <a:buNone/>
            </a:pPr>
            <a:r>
              <a:rPr/>
              <a:t>10 min: author quad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2026-08-07T22:16:36Z</dcterms:created>
  <dcterms:modified xsi:type="dcterms:W3CDTF">2026-08-07T22:16:36Z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