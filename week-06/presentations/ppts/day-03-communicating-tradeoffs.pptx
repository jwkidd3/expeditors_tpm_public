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take one TCD/TMD trade-off and translate it into a 1-page brief that wins (or honestly loses) the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SEP Section 3 — the 1-page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pick → draft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same trade-off, expressed in their currency.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simpler words” misses the point. The framing is what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rookie error: trying to teach the stakeholder everything. They don’t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CFO: force a dollar number. For Sales: anticipate “what’s the revenue at risk?”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trade-off + stakeholder + their first 5 questions.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 question test catches under-prepared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#1 failure mode is picking a “trade-off” that isn’t a decision — nobody can approve or block it, so the brief has no purpose. Push quads to phrase their pick as a yes/no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FieldPulse pairings from the lab. The point: a trade-off pitched to someone without authority is wasted effort. Cost-shaped calls go to the CFO; architectural posture goes to the Architect; risk/compliance goes to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Predicting questions is the rehearsal. The hostile-question rule is the forcing function — it’s what separates a brief that survives the room from one that folds at the first pushback.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picks a low-power stakeholder, push them to a higher-power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1-page constraint is forcing.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it doesn’t fit on one page, the trade-off isn’t sharp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this aloud. It’s clear, it’s specific, it asks for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page constraint. Cut, don’t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read the brief as the stakeholder would.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In-role reading is the most useful review style for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“in-role”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read decision sentence aloud, name the unsure-question, name a word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phrase they’d never use again with this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trade-off in your TCD would you most want to brief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📋 Communicating Trade-Offs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3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Translate a technical trade-off — say, an SLO (Service Level Objective) budget — into the stakeholder’s currency</a:t>
            </a:r>
          </a:p>
          <a:p>
            <a:pPr lvl="0" indent="0" marL="0">
              <a:buNone/>
            </a:pPr>
            <a:r>
              <a:rPr/>
              <a:t>Apply the “need to know vs need to decide” frame</a:t>
            </a:r>
          </a:p>
          <a:p>
            <a:pPr lvl="0" indent="0" marL="0">
              <a:buNone/>
            </a:pPr>
            <a:r>
              <a:rPr/>
              <a:t>Write a 1-page brief that fits on one page (the constraint is forcing)</a:t>
            </a:r>
          </a:p>
          <a:p>
            <a:pPr lvl="0" indent="0" marL="0">
              <a:buNone/>
            </a:pPr>
            <a:r>
              <a:rPr/>
              <a:t>Predict the stakeholder’s top 5 questions</a:t>
            </a:r>
          </a:p>
          <a:p>
            <a:pPr lvl="0" indent="0" marL="0">
              <a:buNone/>
            </a:pPr>
            <a:r>
              <a:rPr/>
              <a:t>Cross-review in role + AI-critique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Sections 1–2 + TCD Section 5 trade-offs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Translation drill (6 examples)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Pick trade-off + stakeholder + predict 5 questions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Draft the 1-page brief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(in role)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Translation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Same trade-off, expressed in their currency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Translation Is Re-Framing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framing</a:t>
            </a:r>
          </a:p>
          <a:p>
            <a:pPr lvl="0" indent="0" marL="0">
              <a:buNone/>
            </a:pPr>
            <a:r>
              <a:rPr/>
              <a:t>Business framing</a:t>
            </a:r>
          </a:p>
          <a:p>
            <a:pPr lvl="0" indent="0" marL="0">
              <a:buNone/>
            </a:pPr>
            <a:r>
              <a:rPr/>
              <a:t>“Async write to audit; sync would breach p95”</a:t>
            </a:r>
          </a:p>
          <a:p>
            <a:pPr lvl="0" indent="0" marL="0">
              <a:buNone/>
            </a:pPr>
            <a:r>
              <a:rPr/>
              <a:t>“Ship 50ms faster; audit logs lag 10s. Important for Q3 compliance review timing.”</a:t>
            </a:r>
          </a:p>
          <a:p>
            <a:pPr lvl="0" indent="0" marL="0">
              <a:buNone/>
            </a:pPr>
            <a:r>
              <a:rPr/>
              <a:t>“Denormalized ticket_ids array”</a:t>
            </a:r>
          </a:p>
          <a:p>
            <a:pPr lvl="0" indent="0" marL="0">
              <a:buNone/>
            </a:pPr>
            <a:r>
              <a:rPr/>
              <a:t>“Optimizing reconcile reads at the cost of a future query type. We’d revisit if that query becomes hot.”</a:t>
            </a:r>
          </a:p>
          <a:p>
            <a:pPr lvl="0" indent="0" marL="0">
              <a:buNone/>
            </a:pPr>
            <a:r>
              <a:rPr/>
              <a:t>“Modular monolith, not a service”</a:t>
            </a:r>
          </a:p>
          <a:p>
            <a:pPr lvl="0" indent="0" marL="0">
              <a:buNone/>
            </a:pPr>
            <a:r>
              <a:rPr/>
              <a:t>“Shipping faster by not separating this code; we accept the cost of a future split if traffic grows 5x.”</a:t>
            </a:r>
          </a:p>
          <a:p>
            <a:pPr lvl="0" indent="0" marL="0">
              <a:buNone/>
            </a:pPr>
            <a:r>
              <a:rPr/>
              <a:t>Currency by stakeholder: CFO → cost. Customer Success → customer outcome. Compliance → regulatory exposure. Eng Director → velocity.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“Need to Know” vs “Need to Decide”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know</a:t>
            </a:r>
          </a:p>
          <a:p>
            <a:pPr lvl="0" indent="0" marL="0">
              <a:buNone/>
            </a:pPr>
            <a:r>
              <a:rPr/>
              <a:t>Headline outcome</a:t>
            </a:r>
          </a:p>
          <a:p>
            <a:pPr lvl="0" indent="0" marL="0">
              <a:buNone/>
            </a:pPr>
            <a:r>
              <a:rPr/>
              <a:t>Cost we’re accepting</a:t>
            </a:r>
          </a:p>
          <a:p>
            <a:pPr lvl="0" indent="0" marL="0">
              <a:buNone/>
            </a:pPr>
            <a:r>
              <a:rPr/>
              <a:t>Trigger to revisit</a:t>
            </a:r>
          </a:p>
          <a:p>
            <a:pPr lvl="0" indent="0" marL="0">
              <a:buNone/>
            </a:pPr>
            <a:r>
              <a:rPr/>
              <a:t>What we need from them</a:t>
            </a:r>
          </a:p>
          <a:p>
            <a:pPr lvl="0" indent="0" marL="0">
              <a:buNone/>
            </a:pPr>
            <a:r>
              <a:rPr/>
              <a:t>Need to decide</a:t>
            </a:r>
          </a:p>
          <a:p>
            <a:pPr lvl="0" indent="0" marL="0">
              <a:buNone/>
            </a:pPr>
            <a:r>
              <a:rPr/>
              <a:t>Approve the choice?</a:t>
            </a:r>
          </a:p>
          <a:p>
            <a:pPr lvl="0" indent="0" marL="0">
              <a:buNone/>
            </a:pPr>
            <a:r>
              <a:rPr/>
              <a:t>Cost acceptable?</a:t>
            </a:r>
          </a:p>
          <a:p>
            <a:pPr lvl="0" indent="0" marL="0">
              <a:buNone/>
            </a:pPr>
            <a:r>
              <a:rPr/>
              <a:t>Trigger well-chosen?</a:t>
            </a:r>
          </a:p>
          <a:p>
            <a:pPr lvl="0" indent="0" marL="0">
              <a:buNone/>
            </a:pPr>
            <a:r>
              <a:rPr/>
              <a:t>Provide what we need?</a:t>
            </a:r>
          </a:p>
          <a:p>
            <a:pPr lvl="0" indent="0" marL="0">
              <a:buNone/>
            </a:pPr>
            <a:r>
              <a:rPr/>
              <a:t>Strip everything else. Detail goes in the appendix or “available on request.”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Translation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6 technical statements, each paired with a stakeholder. Pick 3; translate each.</a:t>
            </a:r>
          </a:p>
          <a:p>
            <a:pPr lvl="0" indent="0" marL="0">
              <a:buNone/>
            </a:pPr>
            <a:r>
              <a:rPr/>
              <a:t>5 min: pick 3 of the 6</a:t>
            </a:r>
          </a:p>
          <a:p>
            <a:pPr lvl="0" indent="0" marL="0">
              <a:buNone/>
            </a:pPr>
            <a:r>
              <a:rPr/>
              <a:t>30 min: translate using audience currency</a:t>
            </a:r>
          </a:p>
          <a:p>
            <a:pPr lvl="0" indent="0" marL="0">
              <a:buNone/>
            </a:pPr>
            <a:r>
              <a:rPr/>
              <a:t>10 min: critique the translations (would the stakeholder act?)</a:t>
            </a:r>
          </a:p>
          <a:p>
            <a:pPr lvl="0" indent="0" marL="0">
              <a:buNone/>
            </a:pPr>
            <a:r>
              <a:rPr/>
              <a:t>⏱ 5 + 30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Trade-off + stakeholder + their first 5 questions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Picking the Pairing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criteria</a:t>
            </a:r>
          </a:p>
          <a:p>
            <a:pPr lvl="0" indent="0" marL="0">
              <a:buNone/>
            </a:pPr>
            <a:r>
              <a:rPr/>
              <a:t>What this means</a:t>
            </a:r>
          </a:p>
          <a:p>
            <a:pPr lvl="0" indent="0" marL="0">
              <a:buNone/>
            </a:pPr>
            <a:r>
              <a:rPr/>
              <a:t>Decision-shaped</a:t>
            </a:r>
          </a:p>
          <a:p>
            <a:pPr lvl="0" indent="0" marL="0">
              <a:buNone/>
            </a:pPr>
            <a:r>
              <a:rPr/>
              <a:t>There’s a real call to make</a:t>
            </a:r>
          </a:p>
          <a:p>
            <a:pPr lvl="0" indent="0" marL="0">
              <a:buNone/>
            </a:pPr>
            <a:r>
              <a:rPr/>
              <a:t>Stakeholder has power</a:t>
            </a:r>
          </a:p>
          <a:p>
            <a:pPr lvl="0" indent="0" marL="0">
              <a:buNone/>
            </a:pPr>
            <a:r>
              <a:rPr/>
              <a:t>They can approve or block</a:t>
            </a:r>
          </a:p>
          <a:p>
            <a:pPr lvl="0" indent="0" marL="0">
              <a:buNone/>
            </a:pPr>
            <a:r>
              <a:rPr/>
              <a:t>Non-obvious cost</a:t>
            </a:r>
          </a:p>
          <a:p>
            <a:pPr lvl="0" indent="0" marL="0">
              <a:buNone/>
            </a:pPr>
            <a:r>
              <a:rPr/>
              <a:t>Needs explaining</a:t>
            </a:r>
          </a:p>
          <a:p>
            <a:pPr lvl="0" indent="0" marL="0">
              <a:buNone/>
            </a:pPr>
            <a:r>
              <a:rPr/>
              <a:t>5 predicted questions: at least one should be hostile. If all 5 are friendly, you’re not stress-testing.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Decision-Shaped — or Not?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real call ✅</a:t>
            </a:r>
          </a:p>
          <a:p>
            <a:pPr lvl="0" indent="0" marL="0">
              <a:buNone/>
            </a:pPr>
            <a:r>
              <a:rPr/>
              <a:t>Not a decision ❌</a:t>
            </a:r>
          </a:p>
          <a:p>
            <a:pPr lvl="0" indent="0" marL="0">
              <a:buNone/>
            </a:pPr>
            <a:r>
              <a:rPr/>
              <a:t>“Accept a 10-sec audit lag to keep writes async?”</a:t>
            </a:r>
          </a:p>
          <a:p>
            <a:pPr lvl="0" indent="0" marL="0">
              <a:buNone/>
            </a:pPr>
            <a:r>
              <a:rPr/>
              <a:t>“We should have good performance”</a:t>
            </a:r>
          </a:p>
          <a:p>
            <a:pPr lvl="0" indent="0" marL="0">
              <a:buNone/>
            </a:pPr>
            <a:r>
              <a:rPr/>
              <a:t>“Modular monolith, or a new service?”</a:t>
            </a:r>
          </a:p>
          <a:p>
            <a:pPr lvl="0" indent="0" marL="0">
              <a:buNone/>
            </a:pPr>
            <a:r>
              <a:rPr/>
              <a:t>“Let’s follow best practices”</a:t>
            </a:r>
          </a:p>
          <a:p>
            <a:pPr lvl="0" indent="0" marL="0">
              <a:buNone/>
            </a:pPr>
            <a:r>
              <a:rPr/>
              <a:t>“Active-passive or active-active across regions?”</a:t>
            </a:r>
          </a:p>
          <a:p>
            <a:pPr lvl="0" indent="0" marL="0">
              <a:buNone/>
            </a:pPr>
            <a:r>
              <a:rPr/>
              <a:t>“Make it reliable”</a:t>
            </a:r>
          </a:p>
          <a:p>
            <a:pPr lvl="0" indent="0" marL="0">
              <a:buNone/>
            </a:pPr>
            <a:r>
              <a:rPr/>
              <a:t>If the stakeholder can’t say yes or no to it, it’s not a trade-off brief — it’s a status update. Pick the one with a real call and a non-obvious cost.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Right Call → Right Person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the stakeholder from your SEP Section 1 map. Match the kind of call to whoever owns it — and aim for a high-power quadrant (they can actually approve or block).</a:t>
            </a:r>
          </a:p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Who owns the call</a:t>
            </a:r>
          </a:p>
          <a:p>
            <a:pPr lvl="0" indent="0" marL="0">
              <a:buNone/>
            </a:pPr>
            <a:r>
              <a:rPr/>
              <a:t>Async audit write (10-sec lag)</a:t>
            </a:r>
          </a:p>
          <a:p>
            <a:pPr lvl="0" indent="0" marL="0">
              <a:buNone/>
            </a:pPr>
            <a:r>
              <a:rPr/>
              <a:t>Compliance Lead</a:t>
            </a:r>
          </a:p>
          <a:p>
            <a:pPr lvl="0" indent="0" marL="0">
              <a:buNone/>
            </a:pPr>
            <a:r>
              <a:rPr/>
              <a:t>Modular monolith vs. new service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Denormalize ticket_ids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Active-passive vs. active-active</a:t>
            </a:r>
          </a:p>
          <a:p>
            <a:pPr lvl="0" indent="0" marL="0">
              <a:buNone/>
            </a:pPr>
            <a:r>
              <a:rPr/>
              <a:t>CFO + Architect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Predict Their First 5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 by likelihood — what do they ask first, not eventually?</a:t>
            </a:r>
          </a:p>
          <a:p>
            <a:pPr lvl="0" indent="0" marL="0">
              <a:buNone/>
            </a:pPr>
            <a:r>
              <a:rPr/>
              <a:t>Speak their currency — the CFO asks “what’s the dollar number?”; Compliance asks “what’s our exposure?”</a:t>
            </a:r>
          </a:p>
          <a:p>
            <a:pPr lvl="0" indent="0" marL="0">
              <a:buNone/>
            </a:pPr>
            <a:r>
              <a:rPr/>
              <a:t>At least one hostile — if all 5 are friendly, you haven’t stress-tested the brief.</a:t>
            </a:r>
          </a:p>
          <a:p>
            <a:pPr lvl="0" indent="0" marL="0">
              <a:buNone/>
            </a:pPr>
            <a:r>
              <a:rPr/>
              <a:t>Worked example — CFO on active-active: “What does it cost per year?” · “What actually breaks if we stay active-passive?” · “Who else is asking for this?” · “What’s the revenue at risk?” · “Can we defer it a quarter?”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review Technical Concept Document (TCD) Section 5 + Technical Modeling Document (TMD) trade-offs</a:t>
            </a:r>
          </a:p>
          <a:p>
            <a:pPr lvl="0" indent="0" marL="0">
              <a:buNone/>
            </a:pPr>
            <a:r>
              <a:rPr/>
              <a:t>10 min: pick the trade-off</a:t>
            </a:r>
          </a:p>
          <a:p>
            <a:pPr lvl="0" indent="0" marL="0">
              <a:buNone/>
            </a:pPr>
            <a:r>
              <a:rPr/>
              <a:t>10 min: pick the stakeholder</a:t>
            </a:r>
          </a:p>
          <a:p>
            <a:pPr lvl="0" indent="0" marL="0">
              <a:buNone/>
            </a:pPr>
            <a:r>
              <a:rPr/>
              <a:t>25 min: predict 5 questions, ranked, with at least 1 hostile</a:t>
            </a:r>
          </a:p>
          <a:p>
            <a:pPr lvl="0" indent="0" marL="0">
              <a:buNone/>
            </a:pPr>
            <a:r>
              <a:rPr/>
              <a:t>⏱ 5 + 10 + 10 + 25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Draft the 1-Page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1-page constraint is forcing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1-Page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Trade-off brief: &lt;feature&gt;
**For:** &lt;stakeholder&gt;  |  **From:** &lt;quad&gt;  |  **Date:** ...
## The decision (1 sentence)
We are choosing [X] over [Y], accepting [cost].
## Why this matters to you (1–2 sentences in their currency)
...
## The choice
- What we're doing: ...
- What we're explicitly NOT doing: ...
- The cost we're accepting: ...
## What would change our mind
&lt;concrete trigger&gt;
## What we need from you
☐ Approval to proceed
☐ Specific concern to address
☐ Information we don't have
## Appendix (linked)
- TCD Section 5 / TMD SectionX / SLO budget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Brief (Async Audit Write for Compliance)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The decision
Async audit write (1–10s lag) over synchronous to keep
dispatcher reconcile screens fast.
## Why this matters to you
Affects audit-trail timing your SOC 2 process depends on.
Audit events are still durable (Event Hubs stream + DLQ) — they
just appear in audit store 1–10 seconds after the action.
## The choice
- Doing: Publish to Event Hubs stream at user-action; consumer
writes to audit store within 1–10s.
- NOT doing: Sync write on user's hot path (would add
30–80ms; breaks p95 SLO).
- Cost: A regulator querying within 5s of an event sees
stale state.
## What would change our mind
A regulator or customer contractually requires sync audit
visibility within &lt; 1 second.
## What we need from you
☐ Approval that 1–10s lag is acceptable for SOC 2
☐ Confirmation of acceptable lag bound (we propose ≤10s p99)
☐ Note of any contract requiring sync audit (we know of none)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Draft 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decision sentence</a:t>
            </a:r>
          </a:p>
          <a:p>
            <a:pPr lvl="0" indent="0" marL="0">
              <a:buNone/>
            </a:pPr>
            <a:r>
              <a:rPr/>
              <a:t>20 min: why this matters (cross-check vs predicted Q1)</a:t>
            </a:r>
          </a:p>
          <a:p>
            <a:pPr lvl="0" indent="0" marL="0">
              <a:buNone/>
            </a:pPr>
            <a:r>
              <a:rPr/>
              <a:t>10 min: doing / not doing / cost</a:t>
            </a:r>
          </a:p>
          <a:p>
            <a:pPr lvl="0" indent="0" marL="0">
              <a:buNone/>
            </a:pPr>
            <a:r>
              <a:rPr/>
              <a:t>5 min: change-our-mind trigger</a:t>
            </a:r>
          </a:p>
          <a:p>
            <a:pPr lvl="0" indent="0" marL="0">
              <a:buNone/>
            </a:pPr>
            <a:r>
              <a:rPr/>
              <a:t>5 min: what we need (specific checkboxes)</a:t>
            </a:r>
          </a:p>
          <a:p>
            <a:pPr lvl="0" indent="0" marL="0">
              <a:buNone/>
            </a:pPr>
            <a:r>
              <a:rPr/>
              <a:t>5 min: appendix linkbox (e.g., a DLQ — dead-letter queue — reference)</a:t>
            </a:r>
          </a:p>
          <a:p>
            <a:pPr lvl="0" indent="0" marL="0">
              <a:buNone/>
            </a:pPr>
            <a:r>
              <a:rPr/>
              <a:t>⏱ 5 + 20 + 10 + 5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(in Role)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the brief as the stakeholder would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In-Role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quad reads the brief as if they were the stakeholder. They underline:</a:t>
            </a:r>
          </a:p>
          <a:p>
            <a:pPr lvl="0" indent="0" marL="0">
              <a:buNone/>
            </a:pPr>
            <a:r>
              <a:rPr/>
              <a:t>Sentences that lose them (jargon, irrelevant, unclear)</a:t>
            </a:r>
          </a:p>
          <a:p>
            <a:pPr lvl="0" indent="0" marL="0">
              <a:buNone/>
            </a:pPr>
            <a:r>
              <a:rPr/>
              <a:t>Sentences they’d push back on</a:t>
            </a:r>
          </a:p>
          <a:p>
            <a:pPr lvl="0" indent="0" marL="0">
              <a:buNone/>
            </a:pPr>
            <a:r>
              <a:rPr/>
              <a:t>The first question they’d ask</a:t>
            </a:r>
          </a:p>
          <a:p>
            <a:pPr lvl="0" indent="0" marL="0">
              <a:buNone/>
            </a:pPr>
            <a:r>
              <a:rPr/>
              <a:t>Author quad listens; does not defend. Same Week-3 review discipline.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in Role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&lt;stakeholder type — CFO, Compliance Lead, Sales VP&gt;
Context: &lt;paste the brief&gt;
Task: Read this as the named stakeholder.
- First question you'd ask?
- Concern that's unaddressed?
- Word or phrase that loses you?
Constraints:
- Specific to the brief, not generic
- Voice the stakeholder honestly
Format: Numbered — Question / Concern / Word.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In-Role 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10 min: reviewer quad reads in role; underlines</a:t>
            </a:r>
          </a:p>
          <a:p>
            <a:pPr lvl="0" indent="0" marL="0">
              <a:buNone/>
            </a:pPr>
            <a:r>
              <a:rPr/>
              <a:t>10 min: author quad listens to feedback</a:t>
            </a:r>
          </a:p>
          <a:p>
            <a:pPr lvl="0" indent="0" marL="0">
              <a:buNone/>
            </a:pPr>
            <a:r>
              <a:rPr/>
              <a:t>25 min: AI critique in role</a:t>
            </a:r>
          </a:p>
          <a:p>
            <a:pPr lvl="0" indent="0" marL="0">
              <a:buNone/>
            </a:pPr>
            <a:r>
              <a:rPr/>
              <a:t>10 min: adopt / defer / reject + update Section 3</a:t>
            </a:r>
          </a:p>
          <a:p>
            <a:pPr lvl="0" indent="0" marL="0">
              <a:buNone/>
            </a:pPr>
            <a:r>
              <a:rPr/>
              <a:t>⏱ 10 + 10 + 25 + 10 · 15-min wrap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Translation discipline (currency by stakeholder)</a:t>
            </a:r>
          </a:p>
          <a:p>
            <a:pPr lvl="0" indent="0" marL="0">
              <a:buNone/>
            </a:pPr>
            <a:r>
              <a:rPr/>
              <a:t>“Need to know vs need to decide” frame</a:t>
            </a:r>
          </a:p>
          <a:p>
            <a:pPr lvl="0" indent="0" marL="0">
              <a:buNone/>
            </a:pPr>
            <a:r>
              <a:rPr/>
              <a:t>1-page brief for one trade-off + stakeholder</a:t>
            </a:r>
          </a:p>
          <a:p>
            <a:pPr lvl="0" indent="0" marL="0">
              <a:buNone/>
            </a:pPr>
            <a:r>
              <a:rPr/>
              <a:t>Cross-reviewed in role + AI-critiqued</a:t>
            </a:r>
          </a:p>
          <a:p>
            <a:pPr lvl="0" indent="0" marL="0">
              <a:buNone/>
            </a:pPr>
            <a:r>
              <a:rPr/>
              <a:t>Stakeholder Engagement Plan (SEP)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AI-augmented requirement summaries</a:t>
            </a:r>
          </a:p>
          <a:p>
            <a:pPr lvl="0" indent="0" marL="0">
              <a:buNone/>
            </a:pPr>
            <a:r>
              <a:rPr/>
              <a:t>Meeting prep: prior context, predicted objections, opening</a:t>
            </a:r>
          </a:p>
          <a:p>
            <a:pPr lvl="0" indent="0" marL="0">
              <a:buNone/>
            </a:pPr>
            <a:r>
              <a:rPr/>
              <a:t>Validation discipline (Wk 5 D5)</a:t>
            </a:r>
          </a:p>
          <a:p>
            <a:pPr lvl="0" indent="0" marL="0">
              <a:buNone/>
            </a:pPr>
            <a:r>
              <a:rPr/>
              <a:t>Bring to Day 4: SEP Sections 1–3. Tomorrow we prep for the Friday simulation using AI.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trade-off in your TCD would you most want to brief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2026-08-23T18:36:34Z</dcterms:created>
  <dcterms:modified xsi:type="dcterms:W3CDTF">2026-08-23T18:36:34Z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