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#1 failure mode is picking a “trade-off” that isn’t a decision — nobody can approve or block it, so the brief has no purpose. Push quads to phrase their pick as a yes/no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FieldPulse pairings from the lab. The point: a trade-off pitched to someone without authority is wasted effort. Cost-shaped calls go to the CFO; architectural posture goes to the Architect; risk/compliance goes to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questions is the rehearsal. The hostile-question rule is the forcing function — it’s what separates a brief that survives the room from one that folds at the first pushback.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30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+ 30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Decision-Shaped — or Not?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real call ✅</a:t>
            </a:r>
          </a:p>
          <a:p>
            <a:pPr lvl="0" indent="0" marL="0">
              <a:buNone/>
            </a:pPr>
            <a:r>
              <a:rPr/>
              <a:t>Not a decision ❌</a:t>
            </a:r>
          </a:p>
          <a:p>
            <a:pPr lvl="0" indent="0" marL="0">
              <a:buNone/>
            </a:pPr>
            <a:r>
              <a:rPr/>
              <a:t>“Accept a 10-sec audit lag to keep writes async?”</a:t>
            </a:r>
          </a:p>
          <a:p>
            <a:pPr lvl="0" indent="0" marL="0">
              <a:buNone/>
            </a:pPr>
            <a:r>
              <a:rPr/>
              <a:t>“We should have good performance”</a:t>
            </a:r>
          </a:p>
          <a:p>
            <a:pPr lvl="0" indent="0" marL="0">
              <a:buNone/>
            </a:pPr>
            <a:r>
              <a:rPr/>
              <a:t>“Modular monolith, or a new service?”</a:t>
            </a:r>
          </a:p>
          <a:p>
            <a:pPr lvl="0" indent="0" marL="0">
              <a:buNone/>
            </a:pPr>
            <a:r>
              <a:rPr/>
              <a:t>“Let’s follow best practices”</a:t>
            </a:r>
          </a:p>
          <a:p>
            <a:pPr lvl="0" indent="0" marL="0">
              <a:buNone/>
            </a:pPr>
            <a:r>
              <a:rPr/>
              <a:t>“Active-passive or active-active across regions?”</a:t>
            </a:r>
          </a:p>
          <a:p>
            <a:pPr lvl="0" indent="0" marL="0">
              <a:buNone/>
            </a:pPr>
            <a:r>
              <a:rPr/>
              <a:t>“Make it reliable”</a:t>
            </a:r>
          </a:p>
          <a:p>
            <a:pPr lvl="0" indent="0" marL="0">
              <a:buNone/>
            </a:pPr>
            <a:r>
              <a:rPr/>
              <a:t>If the stakeholder can’t say yes or no to it, it’s not a trade-off brief — it’s a status update. Pick the one with a real call and a non-obvious cost.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Call → Right Person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the stakeholder from your SEP Section 1 map. Match the kind of call to whoever owns it — and aim for a high-power quadrant (they can actually approve or block).</a:t>
            </a:r>
          </a:p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Who owns the call</a:t>
            </a:r>
          </a:p>
          <a:p>
            <a:pPr lvl="0" indent="0" marL="0">
              <a:buNone/>
            </a:pPr>
            <a:r>
              <a:rPr/>
              <a:t>Async audit write (10-sec lag)</a:t>
            </a:r>
          </a:p>
          <a:p>
            <a:pPr lvl="0" indent="0" marL="0">
              <a:buNone/>
            </a:pPr>
            <a:r>
              <a:rPr/>
              <a:t>Compliance Lead</a:t>
            </a:r>
          </a:p>
          <a:p>
            <a:pPr lvl="0" indent="0" marL="0">
              <a:buNone/>
            </a:pPr>
            <a:r>
              <a:rPr/>
              <a:t>Modular monolith vs. new service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Denormalize ticket_ids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Active-passive vs. active-active</a:t>
            </a:r>
          </a:p>
          <a:p>
            <a:pPr lvl="0" indent="0" marL="0">
              <a:buNone/>
            </a:pPr>
            <a:r>
              <a:rPr/>
              <a:t>CFO + Architect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Predict Their First 5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 by likelihood — what do they ask first, not eventually?</a:t>
            </a:r>
          </a:p>
          <a:p>
            <a:pPr lvl="0" indent="0" marL="0">
              <a:buNone/>
            </a:pPr>
            <a:r>
              <a:rPr/>
              <a:t>Speak their currency — the CFO asks “what’s the dollar number?”; Compliance asks “what’s our exposure?”</a:t>
            </a:r>
          </a:p>
          <a:p>
            <a:pPr lvl="0" indent="0" marL="0">
              <a:buNone/>
            </a:pPr>
            <a:r>
              <a:rPr/>
              <a:t>At least one hostile — if all 5 are friendly, you haven’t stress-tested the brief.</a:t>
            </a:r>
          </a:p>
          <a:p>
            <a:pPr lvl="0" indent="0" marL="0">
              <a:buNone/>
            </a:pPr>
            <a:r>
              <a:rPr/>
              <a:t>Worked example — CFO on active-active: “What does it cost per year?” · “What actually breaks if we stay active-passive?” · “Who else is asking for this?” · “What’s the revenue at risk?” · “Can we defer it a quarter?”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25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+ 25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&lt;quad&gt;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(Event Hubs stream + DLQ) — they
just appear in audit store 1–10 seconds after the action.
## The choice
- Doing: Publish to Event Hubs stream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20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+ 20 + 10 + 5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quad listens; does not defend. Same Week-3 review discipline.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CFO, Compliance Lead, Sales VP&gt;
Context: &lt;paste the brief&gt;
Task: Read this as the named stakeholder.
- First question you'd ask?
- Concern that's unaddressed?
- Word or phrase that loses you?
Constraints:
- Specific to the brief, not generic
- Voice the stakeholder honestly
Format: Numbered — Question / Concern / Word.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10 min: reviewer quad reads in role; underlines</a:t>
            </a:r>
          </a:p>
          <a:p>
            <a:pPr lvl="0" indent="0" marL="0">
              <a:buNone/>
            </a:pPr>
            <a:r>
              <a:rPr/>
              <a:t>10 min: author quad listens to feedback</a:t>
            </a:r>
          </a:p>
          <a:p>
            <a:pPr lvl="0" indent="0" marL="0">
              <a:buNone/>
            </a:pPr>
            <a:r>
              <a:rPr/>
              <a:t>25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+ 25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2026-08-12T22:04:29Z</dcterms:created>
  <dcterms:modified xsi:type="dcterms:W3CDTF">2026-08-12T22:04:29Z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