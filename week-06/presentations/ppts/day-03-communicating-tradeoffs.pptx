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§§1–2 + TCD §5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20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review TCD §5 + TMD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15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10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triad listens; does not defend. Same Week-3 review discipline.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in Role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10 min: reviewer triad reads in role; underlines</a:t>
            </a:r>
          </a:p>
          <a:p>
            <a:pPr lvl="0" indent="0" marL="0">
              <a:buNone/>
            </a:pPr>
            <a:r>
              <a:rPr/>
              <a:t>10 min: author triad listens to feedback</a:t>
            </a:r>
          </a:p>
          <a:p>
            <a:pPr lvl="0" indent="0" marL="0">
              <a:buNone/>
            </a:pPr>
            <a:r>
              <a:rPr/>
              <a:t>15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§3</a:t>
            </a:r>
          </a:p>
          <a:p>
            <a:pPr lvl="0" indent="0" marL="0">
              <a:buNone/>
            </a:pPr>
            <a:r>
              <a:rPr/>
              <a:t>⏱ 10 + 10 + 15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SEP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§§1–3. Tomorrow we prep for the Friday simulation using AI.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2026-07-01T17:22:31Z</dcterms:created>
  <dcterms:modified xsi:type="dcterms:W3CDTF">2026-07-01T17:22:31Z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