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§4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§3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from PRD/TCD/TMD/SEP excerpts. Output: prior decisions / open questions / past tension, with citations.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§4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§4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SLO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§§1–4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2026-05-28T12:50:46Z</dcterms:created>
  <dcterms:modified xsi:type="dcterms:W3CDTF">2026-05-28T12:50:46Z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