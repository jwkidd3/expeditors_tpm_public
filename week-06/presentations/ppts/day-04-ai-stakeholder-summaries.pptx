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Section 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triads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Section 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Triads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triad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from PRD/TCD/TMD/SEP excerpts. Output: prior decisions / open questions / past tension, with citations.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15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Objection-Map Prompt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15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(same as Day 3)</a:t>
            </a:r>
          </a:p>
          <a:p>
            <a:pPr lvl="0" indent="0" marL="0">
              <a:buNone/>
            </a:pPr>
            <a:r>
              <a:rPr/>
              <a:t>Triad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triad updates Section 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 on the Whole Packet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10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Section 4</a:t>
            </a:r>
          </a:p>
          <a:p>
            <a:pPr lvl="0" indent="0" marL="0">
              <a:buNone/>
            </a:pPr>
            <a:r>
              <a:rPr/>
              <a:t>⏱ 5 + 10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SLO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Sections 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2026-07-19T11:56:16Z</dcterms:created>
  <dcterms:modified xsi:type="dcterms:W3CDTF">2026-07-19T11:56:16Z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