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quads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Quads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quad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  <a:p>
            <a:pPr lvl="0" indent="0">
              <a:buNone/>
            </a:pPr>
            <a:r>
              <a:rPr>
                <a:latin typeface="Courier"/>
              </a:rPr>
              <a:t>A. Role: Project archivist for a TPM.
Context: &lt;relevant PRD/TCD/TMD/SEP excerpts&gt;
Task: Prior-context summary —
1. Prior decisions made (with section reference)
2. Open questions remaining
3. Tension surfaced (if any) with reference
Constraints: only provided content; cite sections; "none documented" if N/A.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25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Objection N: &lt;short name&gt;
**The stakeholder says:** &lt;quoted, in their voice&gt;
**The honest response:** &lt;what's actually true; do not over-promise&gt;
**The pivot (if pushback continues):** &lt;where to redirect — usually
to a deeper "why" or to a documented trade-off&gt;
**The line we hold:** &lt;if this objection wins, what's the smallest
ground we give up?&gt;</a:t>
            </a:r>
          </a:p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e.g., Compliance Lead, Architect&gt;
Context: &lt;Day 3 brief + relevant TCD/TMD excerpts&gt;
Task: Read as the named stakeholder. List your top 5 objections,
ranked by intensity.
Constraints:
- Specific to the brief, not generic
- Voice the stakeholder honestly — not a strawman
- At least 1 objection should be hostile (the one you'd push hardest)
Format: 5 numbered objections in the stakeholder's likely tone.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25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(same as Day 3)</a:t>
            </a:r>
          </a:p>
          <a:p>
            <a:pPr lvl="0" indent="0" marL="0">
              <a:buNone/>
            </a:pPr>
            <a:r>
              <a:rPr/>
              <a:t>Quad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quad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Negotiation coach reviewing a meeting-prep packet.
Context: &lt;paste the Section 4 packet — opening, objection map,
non-negotiables&gt;
Task: Identify 3 gaps in the prep:
1. An objection probably under-prepared
2. A non-negotiable that's actually negotiable (or absent)
3. A part of the opening likely to sound rehearsed in a bad way
Constraints:
- Be specific
- Suggest a concrete fix
Format: 3 numbered findings.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+ 20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2026-08-28T15:29:01Z</dcterms:created>
  <dcterms:modified xsi:type="dcterms:W3CDTF">2026-08-28T15:29:01Z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