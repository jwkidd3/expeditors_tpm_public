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Today: prep for tomorrow’s simulation using AI as a meeting-prep assistant — with strict validation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SEP §4 ships today; tomorrow is the live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Arc: context → objections → opening → rehearse.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ai assembles; the human validates.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“Just summarize this for me” produces invariant-blind output. Be specific.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Validation step is mandatory. Don’t let triads skip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 validation. “Looks fine” without opening §3 is not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5 predicted objections; honest response; pivot; line we hold.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Force specificity in “the line we hold.” Vague answers = pushed-around TPM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to Pattern Library. The “in role” prompt is reusable across stakeholders.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all 5 objections sound friendly, the AI failed; re-run with “include 1 hostile.”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60 seconds; rehearsed; few specific lines you won’t cross.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opening is the most-rehearsed part. Triads who skip rehearsal sound rehearsed in a bad way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Force the cull to 3. The discipline is hard but pays off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openings run &gt; 90 seconds, push to cut. Sharp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run the opening; receive 1–2 objections; capture what threw you.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“I wish I’d said” is the most useful capture — it’s the answer that came after the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to Pattern Library. This is the “second-pair-of-eyes”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non-negotiable to defend, opening sentence proudest, objection to rehearse one more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objection they’re nervous about and one they’re confident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the floor. Use the prompt — “Where did the AI’s prediction surprise you most?” — to invite one short reflection per voice. Keep it tight; this is closure, not new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🧠 AI-Augmented Stakeholder Prep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6 • Day 4 • Stakeholder Alignment &amp; Negotiation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4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AI to assemble a prior-context summary — with validation</a:t>
            </a:r>
          </a:p>
          <a:p>
            <a:pPr lvl="0" indent="0" marL="0">
              <a:buNone/>
            </a:pPr>
            <a:r>
              <a:rPr/>
              <a:t>Predict the stakeholder’s top 5 objections with response + pivot + line-we-hold</a:t>
            </a:r>
          </a:p>
          <a:p>
            <a:pPr lvl="0" indent="0" marL="0">
              <a:buNone/>
            </a:pPr>
            <a:r>
              <a:rPr/>
              <a:t>Write and rehearse a 60-second opening</a:t>
            </a:r>
          </a:p>
          <a:p>
            <a:pPr lvl="0" indent="0" marL="0">
              <a:buNone/>
            </a:pPr>
            <a:r>
              <a:rPr/>
              <a:t>Identify 1–3 non-negotiables with fallbacks</a:t>
            </a:r>
          </a:p>
          <a:p>
            <a:pPr lvl="0" indent="0" marL="0">
              <a:buNone/>
            </a:pPr>
            <a:r>
              <a:rPr/>
              <a:t>Run a mock meeting with another triad in role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the “5 most consequential asks” + Day 3 brief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Prior-context summary + validation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Objection map (5 objections + responses)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Opening + non-negotiables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Cross-review + mock meeting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Prior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assembles; the human validates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✅❌ AI in Meeting Prep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does well</a:t>
            </a:r>
          </a:p>
          <a:p>
            <a:pPr lvl="0" indent="0" marL="0">
              <a:buNone/>
            </a:pPr>
            <a:r>
              <a:rPr/>
              <a:t>AI does poorly</a:t>
            </a:r>
          </a:p>
          <a:p>
            <a:pPr lvl="0" indent="0" marL="0">
              <a:buNone/>
            </a:pPr>
            <a:r>
              <a:rPr/>
              <a:t>Re-organize content you provide</a:t>
            </a:r>
          </a:p>
          <a:p>
            <a:pPr lvl="0" indent="0" marL="0">
              <a:buNone/>
            </a:pPr>
            <a:r>
              <a:rPr/>
              <a:t>Tell you what’s been decided</a:t>
            </a:r>
          </a:p>
          <a:p>
            <a:pPr lvl="0" indent="0" marL="0">
              <a:buNone/>
            </a:pPr>
            <a:r>
              <a:rPr/>
              <a:t>Suggest predictable objections</a:t>
            </a:r>
          </a:p>
          <a:p>
            <a:pPr lvl="0" indent="0" marL="0">
              <a:buNone/>
            </a:pPr>
            <a:r>
              <a:rPr/>
              <a:t>Predict who in the room you’ve never met</a:t>
            </a:r>
          </a:p>
          <a:p>
            <a:pPr lvl="0" indent="0" marL="0">
              <a:buNone/>
            </a:pPr>
            <a:r>
              <a:rPr/>
              <a:t>Draft an opening you edit</a:t>
            </a:r>
          </a:p>
          <a:p>
            <a:pPr lvl="0" indent="0" marL="0">
              <a:buNone/>
            </a:pPr>
            <a:r>
              <a:rPr/>
              <a:t>Decide the opening tone</a:t>
            </a:r>
          </a:p>
          <a:p>
            <a:pPr lvl="0" indent="0" marL="0">
              <a:buNone/>
            </a:pPr>
            <a:r>
              <a:rPr/>
              <a:t>Identify gaps in coverage</a:t>
            </a:r>
          </a:p>
          <a:p>
            <a:pPr lvl="0" indent="0" marL="0">
              <a:buNone/>
            </a:pPr>
            <a:r>
              <a:rPr/>
              <a:t>Verify facts against current production</a:t>
            </a:r>
          </a:p>
          <a:p>
            <a:pPr lvl="0" indent="0" marL="0">
              <a:buNone/>
            </a:pPr>
            <a:r>
              <a:rPr/>
              <a:t>The discipline: AI does specific structured tasks under explicit constraints; every output gets validated.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🧿 Two-Prompt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A. Assemble context</a:t>
            </a:r>
          </a:p>
          <a:p>
            <a:pPr lvl="0" indent="0" marL="0">
              <a:buNone/>
            </a:pPr>
            <a:r>
              <a:rPr/>
              <a:t>Pull from PRD/TCD/TMD/SEP excerpts. Output: prior decisions / open questions / past tension, with citations.</a:t>
            </a:r>
          </a:p>
          <a:p>
            <a:pPr lvl="0" indent="0" marL="0">
              <a:buNone/>
            </a:pPr>
            <a:r>
              <a:rPr/>
              <a:t>B. Find gaps</a:t>
            </a:r>
          </a:p>
          <a:p>
            <a:pPr lvl="0" indent="0" marL="0">
              <a:buNone/>
            </a:pPr>
            <a:r>
              <a:rPr/>
              <a:t>What’s likely to come up that the documented context does NOT cover? 3 gaps + suggested research.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Prior-Context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5 min: identify the topic (from “5 most consequential”)</a:t>
            </a:r>
          </a:p>
          <a:p>
            <a:pPr lvl="0" indent="0" marL="0">
              <a:buNone/>
            </a:pPr>
            <a:r>
              <a:rPr/>
              <a:t>10 min: run Prompt A</a:t>
            </a:r>
          </a:p>
          <a:p>
            <a:pPr lvl="0" indent="0" marL="0">
              <a:buNone/>
            </a:pPr>
            <a:r>
              <a:rPr/>
              <a:t>15 min: validate citations (cross-check or spot-check)</a:t>
            </a:r>
          </a:p>
          <a:p>
            <a:pPr lvl="0" indent="0" marL="0">
              <a:buNone/>
            </a:pPr>
            <a:r>
              <a:rPr/>
              <a:t>5 min: run Prompt B (gaps)</a:t>
            </a:r>
          </a:p>
          <a:p>
            <a:pPr lvl="0" indent="0" marL="0">
              <a:buNone/>
            </a:pPr>
            <a:r>
              <a:rPr/>
              <a:t>⏱ 5 + 10 + 15 + 5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Objection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 predicted objections; honest response; pivot; line we hold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Objection Response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“The line we hold” is the senior-author signal. It’s specific. Not “we’d compromise.”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🧿 Objection-Map Prompt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Objection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10 min: AI generates 5 objections</a:t>
            </a:r>
          </a:p>
          <a:p>
            <a:pPr lvl="0" indent="0" marL="0">
              <a:buNone/>
            </a:pPr>
            <a:r>
              <a:rPr/>
              <a:t>10 min: validate (realistic? hostile enough?)</a:t>
            </a:r>
          </a:p>
          <a:p>
            <a:pPr lvl="0" indent="0" marL="0">
              <a:buNone/>
            </a:pPr>
            <a:r>
              <a:rPr/>
              <a:t>15 min: write response/pivot/line per objection</a:t>
            </a:r>
          </a:p>
          <a:p>
            <a:pPr lvl="0" indent="0" marL="0">
              <a:buNone/>
            </a:pPr>
            <a:r>
              <a:rPr/>
              <a:t>5 min: identify highest-stakes objection</a:t>
            </a:r>
          </a:p>
          <a:p>
            <a:pPr lvl="0" indent="0" marL="0">
              <a:buNone/>
            </a:pPr>
            <a:r>
              <a:rPr/>
              <a:t>⏱ 10 + 10 + 15 + 5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Opening + Non-Negotiables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60 seconds; rehearsed; few specific lines you won’t cross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🎤 The 4-Part Opening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we’re meeting (1 sentence)</a:t>
            </a:r>
          </a:p>
          <a:p>
            <a:pPr lvl="0" indent="0" marL="0">
              <a:buNone/>
            </a:pPr>
            <a:r>
              <a:rPr/>
              <a:t>What’s at stake for them (1 sentence in their currency)</a:t>
            </a:r>
          </a:p>
          <a:p>
            <a:pPr lvl="0" indent="0" marL="0">
              <a:buNone/>
            </a:pPr>
            <a:r>
              <a:rPr/>
              <a:t>What you’re asking for (1 sentence — concrete decision)</a:t>
            </a:r>
          </a:p>
          <a:p>
            <a:pPr lvl="0" indent="0" marL="0">
              <a:buNone/>
            </a:pPr>
            <a:r>
              <a:rPr/>
              <a:t>Acknowledgment of past tension (1 sentence; only if needed)</a:t>
            </a:r>
          </a:p>
          <a:p>
            <a:pPr lvl="0" indent="0" marL="0">
              <a:buNone/>
            </a:pPr>
            <a:r>
              <a:rPr/>
              <a:t>Practiced, not improvised. Read it aloud twice. Time it. If &gt; 75 seconds, cut.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🔒 Non-Negotiables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1–3 things you cannot give up. Knowing them in advance is the defense against folding under pressure.</a:t>
            </a:r>
          </a:p>
          <a:p>
            <a:pPr lvl="0" indent="0" marL="0">
              <a:buNone/>
            </a:pPr>
            <a:r>
              <a:rPr/>
              <a:t>Specific: “We will not compromise on audit-trail retention” — not “we won’t compromise on quality”</a:t>
            </a:r>
          </a:p>
          <a:p>
            <a:pPr lvl="0" indent="0" marL="0">
              <a:buNone/>
            </a:pPr>
            <a:r>
              <a:rPr/>
              <a:t>Few: 3 max. More than 3 = you’ll fold tomorrow.</a:t>
            </a:r>
          </a:p>
          <a:p>
            <a:pPr lvl="0" indent="0" marL="0">
              <a:buNone/>
            </a:pPr>
            <a:r>
              <a:rPr/>
              <a:t>Each has a fallback: what we’d give up to protect it</a:t>
            </a:r>
          </a:p>
          <a:p>
            <a:pPr lvl="0" indent="0" marL="0">
              <a:buNone/>
            </a:pPr>
            <a:r>
              <a:rPr/>
              <a:t>Common rookie error: 6+ non-negotiables. Stakeholder tests one; rookie folds; rookie folds on others by association.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Opening + Non-Negotiables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15 min: draft 4-part opening</a:t>
            </a:r>
          </a:p>
          <a:p>
            <a:pPr lvl="0" indent="0" marL="0">
              <a:buNone/>
            </a:pPr>
            <a:r>
              <a:rPr/>
              <a:t>10 min: rehearse aloud twice + time it</a:t>
            </a:r>
          </a:p>
          <a:p>
            <a:pPr lvl="0" indent="0" marL="0">
              <a:buNone/>
            </a:pPr>
            <a:r>
              <a:rPr/>
              <a:t>10 min: identify 1–3 non-negotiables</a:t>
            </a:r>
          </a:p>
          <a:p>
            <a:pPr lvl="0" indent="0" marL="0">
              <a:buNone/>
            </a:pPr>
            <a:r>
              <a:rPr/>
              <a:t>5 min: pick fallback for each</a:t>
            </a:r>
          </a:p>
          <a:p>
            <a:pPr lvl="0" indent="0" marL="0">
              <a:buNone/>
            </a:pPr>
            <a:r>
              <a:rPr/>
              <a:t>⏱ 15 + 10 + 10 + 5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Mock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Run the opening; receive 1–2 objections; capture what threw you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🗣️ Mock Meeting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Pair triads (same as Day 3)</a:t>
            </a:r>
          </a:p>
          <a:p>
            <a:pPr lvl="0" indent="0" marL="0">
              <a:buNone/>
            </a:pPr>
            <a:r>
              <a:rPr/>
              <a:t>Triad A opens (5 min) — gives opening; reviewer raises 1–2 objections in role</a:t>
            </a:r>
          </a:p>
          <a:p>
            <a:pPr lvl="0" indent="0" marL="0">
              <a:buNone/>
            </a:pPr>
            <a:r>
              <a:rPr/>
              <a:t>Pause + capture (5 min) — what worked; what threw you</a:t>
            </a:r>
          </a:p>
          <a:p>
            <a:pPr lvl="0" indent="0" marL="0">
              <a:buNone/>
            </a:pPr>
            <a:r>
              <a:rPr/>
              <a:t>Switch roles (5 min)</a:t>
            </a:r>
          </a:p>
          <a:p>
            <a:pPr lvl="0" indent="0" marL="0">
              <a:buNone/>
            </a:pPr>
            <a:r>
              <a:rPr/>
              <a:t>Pause + capture (5 min)</a:t>
            </a:r>
          </a:p>
          <a:p>
            <a:pPr lvl="0" indent="0" marL="0">
              <a:buNone/>
            </a:pPr>
            <a:r>
              <a:rPr/>
              <a:t>Each triad updates §4 with: opening tweak, harder-than-expected objection, “I wish I’d said”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🧿 AI Cross-Check on the Whole Packet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Mock Meeting + AI Cross-Check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 pairs • 45 minutes • Wrap</a:t>
            </a:r>
          </a:p>
          <a:p>
            <a:pPr lvl="0" indent="0" marL="0">
              <a:buNone/>
            </a:pPr>
            <a:r>
              <a:rPr/>
              <a:t>5 min: pair set-up</a:t>
            </a:r>
          </a:p>
          <a:p>
            <a:pPr lvl="0" indent="0" marL="0">
              <a:buNone/>
            </a:pPr>
            <a:r>
              <a:rPr/>
              <a:t>10 min: round 1 (opening + objections)</a:t>
            </a:r>
          </a:p>
          <a:p>
            <a:pPr lvl="0" indent="0" marL="0">
              <a:buNone/>
            </a:pPr>
            <a:r>
              <a:rPr/>
              <a:t>5 min: capture</a:t>
            </a:r>
          </a:p>
          <a:p>
            <a:pPr lvl="0" indent="0" marL="0">
              <a:buNone/>
            </a:pPr>
            <a:r>
              <a:rPr/>
              <a:t>10 min: round 2 (swap)</a:t>
            </a:r>
          </a:p>
          <a:p>
            <a:pPr lvl="0" indent="0" marL="0">
              <a:buNone/>
            </a:pPr>
            <a:r>
              <a:rPr/>
              <a:t>5 min: capture</a:t>
            </a:r>
          </a:p>
          <a:p>
            <a:pPr lvl="0" indent="0" marL="0">
              <a:buNone/>
            </a:pPr>
            <a:r>
              <a:rPr/>
              <a:t>10 min: AI cross-check + update §4</a:t>
            </a:r>
          </a:p>
          <a:p>
            <a:pPr lvl="0" indent="0" marL="0">
              <a:buNone/>
            </a:pPr>
            <a:r>
              <a:rPr/>
              <a:t>⏱ 5 + 10 + 5 + 10 + 5 + 10 · 15-min wrap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4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Validated prior-context summary</a:t>
            </a:r>
          </a:p>
          <a:p>
            <a:pPr lvl="0" indent="0" marL="0">
              <a:buNone/>
            </a:pPr>
            <a:r>
              <a:rPr/>
              <a:t>5-objection map with response/pivot/line</a:t>
            </a:r>
          </a:p>
          <a:p>
            <a:pPr lvl="0" indent="0" marL="0">
              <a:buNone/>
            </a:pPr>
            <a:r>
              <a:rPr/>
              <a:t>60-second opening (rehearsed)</a:t>
            </a:r>
          </a:p>
          <a:p>
            <a:pPr lvl="0" indent="0" marL="0">
              <a:buNone/>
            </a:pPr>
            <a:r>
              <a:rPr/>
              <a:t>1–3 non-negotiables with fallbacks</a:t>
            </a:r>
          </a:p>
          <a:p>
            <a:pPr lvl="0" indent="0" marL="0">
              <a:buNone/>
            </a:pPr>
            <a:r>
              <a:rPr/>
              <a:t>Mock-meeting feedback</a:t>
            </a:r>
          </a:p>
          <a:p>
            <a:pPr lvl="0" indent="0" marL="0">
              <a:buNone/>
            </a:pPr>
            <a:r>
              <a:rPr/>
              <a:t>SEP §4 drafted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Live negotiation simulations — 3 rounds</a:t>
            </a:r>
          </a:p>
          <a:p>
            <a:pPr lvl="0" indent="0" marL="0">
              <a:buNone/>
            </a:pPr>
            <a:r>
              <a:rPr/>
              <a:t>Architecture / SLO round</a:t>
            </a:r>
          </a:p>
          <a:p>
            <a:pPr lvl="0" indent="0" marL="0">
              <a:buNone/>
            </a:pPr>
            <a:r>
              <a:rPr/>
              <a:t>Scope round</a:t>
            </a:r>
          </a:p>
          <a:p>
            <a:pPr lvl="0" indent="0" marL="0">
              <a:buNone/>
            </a:pPr>
            <a:r>
              <a:rPr/>
              <a:t>Resource / timeline round</a:t>
            </a:r>
          </a:p>
          <a:p>
            <a:pPr lvl="0" indent="0" marL="0">
              <a:buNone/>
            </a:pPr>
            <a:r>
              <a:rPr/>
              <a:t>Outcomes log + sign-off</a:t>
            </a:r>
          </a:p>
          <a:p>
            <a:pPr lvl="0" indent="0" marL="0">
              <a:buNone/>
            </a:pPr>
            <a:r>
              <a:rPr/>
              <a:t>Bring to Day 5: SEP §§1–4 + the mock-meeting captures. Tomorrow you negotiate live.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did the AI’s prediction surprise you most?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2026-07-01T16:56:39Z</dcterms:created>
  <dcterms:modified xsi:type="dcterms:W3CDTF">2026-07-01T16:56:39Z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