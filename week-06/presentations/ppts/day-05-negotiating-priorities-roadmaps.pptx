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Section 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quad’s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 (Service Level Objective),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Stakeholder Engagement Plan (SEP) Section 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90 minutes total</a:t>
            </a:r>
          </a:p>
          <a:p>
            <a:pPr lvl="0" indent="0" marL="0">
              <a:buNone/>
            </a:pPr>
            <a:r>
              <a:rPr/>
              <a:t>Author quad uses Day-3 brief + Day-4 objection map. Stakeholder quad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90 minutes</a:t>
            </a:r>
          </a:p>
          <a:p>
            <a:pPr lvl="0" indent="0" marL="0">
              <a:buNone/>
            </a:pPr>
            <a:r>
              <a:rPr/>
              <a:t>Stakeholder quad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Product Requirements Document (PRD) Section 3 non-goals + Section 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Section 5 Outcomes Log 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Round N: &lt;topic&gt;
**Quad A (author):** ...  |  **Quad B (stakeholder):** ...
**Stakeholder role:** ...
**The ask:** ...
**Stakeholder's response:** top 1–2 objections
**Trade space surfaced:** what offered to move; what held
**Agreement:** what was agreed; or "deferred to &lt;date&gt;"; or
"disagreed; escalation to &lt;person&gt;"
**Owner + next step:** specific
**What we learned:** one sentence
**Score:**
- Author: total /4.0
- Stakeholder: total /4.0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matrix [Responsible, Accountable, Consulted, Informed]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Azure DevOps (ADO)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Technical Concept Document (TCD) + Technical Modeling Document (TMD)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2026-08-07T22:16:40Z</dcterms:created>
  <dcterms:modified xsi:type="dcterms:W3CDTF">2026-08-07T22:16:40Z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