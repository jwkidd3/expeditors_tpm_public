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Section 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triad’s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 (Service Level Objective),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Stakeholder Engagement Plan (SEP) Section 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 total</a:t>
            </a:r>
          </a:p>
          <a:p>
            <a:pPr lvl="0" indent="0" marL="0">
              <a:buNone/>
            </a:pPr>
            <a:r>
              <a:rPr/>
              <a:t>Author triad uses Day-3 brief + Day-4 objection map. Stakeholder triad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</a:t>
            </a:r>
          </a:p>
          <a:p>
            <a:pPr lvl="0" indent="0" marL="0">
              <a:buNone/>
            </a:pPr>
            <a:r>
              <a:rPr/>
              <a:t>Stakeholder triad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Product Requirements Document (PRD) Section 3 non-goals + Section 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Section 5 Outcomes Log Entry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matrix [Responsible, Accountable, Consulted, Informed]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Azure DevOps (ADO)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Technical Concept Document (TCD) + Technical Modeling Document (TMD)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2026-07-27T15:20:07Z</dcterms:created>
  <dcterms:modified xsi:type="dcterms:W3CDTF">2026-07-27T15:20:07Z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