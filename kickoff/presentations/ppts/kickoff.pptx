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quad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Quad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quad,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quad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quads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Quad Formation</a:t>
            </a:r>
          </a:p>
          <a:p>
            <a:pPr lvl="0" indent="0" marL="0">
              <a:buNone/>
            </a:pPr>
            <a:r>
              <a:rPr/>
              <a:t>Eight-week map; your quad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product requirements document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Quad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 7 goes deep on Azure DevOps (ADO), our delivery toolchain.</a:t>
            </a:r>
          </a:p>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Quad-built PRD</a:t>
            </a:r>
          </a:p>
          <a:p>
            <a:pPr lvl="0" indent="0" marL="0">
              <a:buNone/>
            </a:pPr>
            <a:r>
              <a:rPr/>
              <a:t>Running case study: FieldPulse (HVAC dispatch SaaS)</a:t>
            </a:r>
          </a:p>
          <a:p>
            <a:pPr lvl="0" indent="0" marL="0">
              <a:buNone/>
            </a:pPr>
            <a:r>
              <a:rPr/>
              <a:t>Peer review on Friday — every quad reads every other quad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Quads — The Heart of the Cohort</a:t>
            </a:r>
          </a:p>
        </p:txBody>
      </p:sp>
      <p:sp>
        <p:nvSpPr>
          <p:cNvPr id="3" name="Content Placeholder 2"/>
          <p:cNvSpPr>
            <a:spLocks noGrp="1"/>
          </p:cNvSpPr>
          <p:nvPr>
            <p:ph idx="1"/>
          </p:nvPr>
        </p:nvSpPr>
        <p:spPr/>
        <p:txBody>
          <a:bodyPr/>
          <a:lstStyle/>
          <a:p>
            <a:pPr lvl="0" indent="0" marL="0">
              <a:buNone/>
            </a:pPr>
            <a:r>
              <a:rPr/>
              <a:t>Three participants per quad — fixed through end of Week 3</a:t>
            </a:r>
          </a:p>
          <a:p>
            <a:pPr lvl="0" indent="0" marL="0">
              <a:buNone/>
            </a:pPr>
            <a:r>
              <a:rPr/>
              <a:t>Every activity is run in quad unless otherwise marked</a:t>
            </a:r>
          </a:p>
          <a:p>
            <a:pPr lvl="0" indent="0" marL="0">
              <a:buNone/>
            </a:pPr>
            <a:r>
              <a:rPr/>
              <a:t>Quads carry the Week 3 mini-capstone PRD together</a:t>
            </a:r>
          </a:p>
          <a:p>
            <a:pPr lvl="0" indent="0" marL="0">
              <a:buNone/>
            </a:pPr>
            <a:r>
              <a:rPr/>
              <a:t>Composition rules: mix experience levels, mix domain backgrounds, no same-home-team pairs where possible</a:t>
            </a:r>
          </a:p>
          <a:p>
            <a:pPr lvl="0" indent="0" marL="0">
              <a:buNone/>
            </a:pPr>
            <a:r>
              <a:rPr/>
              <a:t>Quads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Quad Formation + First Commitment</a:t>
            </a:r>
          </a:p>
        </p:txBody>
      </p:sp>
      <p:sp>
        <p:nvSpPr>
          <p:cNvPr id="3" name="Content Placeholder 2"/>
          <p:cNvSpPr>
            <a:spLocks noGrp="1"/>
          </p:cNvSpPr>
          <p:nvPr>
            <p:ph idx="1"/>
          </p:nvPr>
        </p:nvSpPr>
        <p:spPr/>
        <p:txBody>
          <a:bodyPr/>
          <a:lstStyle/>
          <a:p>
            <a:pPr lvl="0" indent="0" marL="0">
              <a:buNone/>
            </a:pPr>
            <a:r>
              <a:rPr/>
              <a:t>Format: Self-organize → quads • 25 min</a:t>
            </a:r>
          </a:p>
          <a:p>
            <a:pPr lvl="0" indent="0" marL="0">
              <a:buNone/>
            </a:pPr>
            <a:r>
              <a:rPr/>
              <a:t>Stand. Find two people with at least one different dimension from you: experience level, domain, or home team</a:t>
            </a:r>
          </a:p>
          <a:p>
            <a:pPr lvl="0" indent="0" marL="0">
              <a:buNone/>
            </a:pPr>
            <a:r>
              <a:rPr/>
              <a:t>Sit together. You are a quad through end of Week 3</a:t>
            </a:r>
          </a:p>
          <a:p>
            <a:pPr lvl="0" indent="0" marL="0">
              <a:buNone/>
            </a:pPr>
            <a:r>
              <a:rPr/>
              <a:t>Write a one-sentence quad commitment — something like: “We will tell each other when our drafts are weak, before peer review tells us”</a:t>
            </a:r>
          </a:p>
          <a:p>
            <a:pPr lvl="0" indent="0" marL="0">
              <a:buNone/>
            </a:pPr>
            <a:r>
              <a:rPr/>
              <a:t>Share quad names + commitments with the room — 30 seconds per quad</a:t>
            </a:r>
          </a:p>
          <a:p>
            <a:pPr lvl="0" indent="0" marL="0">
              <a:buNone/>
            </a:pPr>
            <a:r>
              <a:rPr/>
              <a:t>Deliverable: a named quad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Quad-internal: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quad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quad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2026-08-23T18:35:34Z</dcterms:created>
  <dcterms:modified xsi:type="dcterms:W3CDTF">2026-08-23T18:35:34Z</dcterms:modified>
</cp:coreProperties>
</file>

<file path=docProps/custom.xml><?xml version="1.0" encoding="utf-8"?>
<Properties xmlns="http://schemas.openxmlformats.org/officeDocument/2006/custom-properties" xmlns:vt="http://schemas.openxmlformats.org/officeDocument/2006/docPropsVTypes"/>
</file>