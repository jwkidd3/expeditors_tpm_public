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Section 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Section 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Technical Modeling Document (TMD) Section 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Product Requirements Document (PRD) Section 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&lt;Name&gt;
| Field | Type | Notes |
|-------|------|-------|
| id    | UUID | Primary key |
| ...   | ...  | NOT NULL? UNIQUE? FK to ...? |
**Indexes:**
- (field, field) — purpose: query #N from access patterns
**Relationships:**
- belongs_to &lt;Entity&gt; via &lt;fk_field&gt;
- has_many &lt;Entity&gt; via &lt;fk_field&gt;
**Notes / invariants:**
- A reconcile_event is immutable once created.
- ticket.status ∈ {open, reconciled, voided}.</a:t>
            </a:r>
          </a:p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ReconcileEvent
| Field | Type | Notes |
|-------|------|-------|
| id | UUID | PK |
| dispatcher_id | UUID | FK → Dispatcher |
| ticket_ids | UUID[] | The set reconciled (denormalized) |
| submitted_at | timestamp | NOT NULL |
| client_ip | inet | for audit |
| user_agent | text | for audit |
| signature_hash | text | for non-repudiation (R-threat) |
**Indexes:**
- (dispatcher_id, submitted_at DESC) — serves pattern #4 (history)
- (submitted_at) — serves pattern #3 (audit-trail range query)
**Relationships:**
- belongs_to Dispatcher via dispatcher_id
**Invariants:**
- Immutable: never UPDATE'd after INSERT
- ticket_ids is denormalized (see trade-off #2)</a:t>
            </a:r>
          </a:p>
          <a:p>
            <a:pPr lvl="0" indent="0" marL="0">
              <a:buNone/>
            </a:pPr>
            <a:r>
              <a:rPr/>
              <a:t>The signature_hash addresses the Repudiation threat in the STRIDE model (Spoofing, Tampering, Repudiation, Information disclosure, Denial of service, Elevation of privilege).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Technical Concept Document (TCD) Section 4 Service Level Objectives (SLOs)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Section 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Section 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2026-07-27T15:19:50Z</dcterms:created>
  <dcterms:modified xsi:type="dcterms:W3CDTF">2026-07-27T15:19:50Z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