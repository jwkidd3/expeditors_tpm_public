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Section 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Section 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Technical Modeling Document (TMD) Section 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Product Requirements Document (PRD) Section 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  <a:p>
            <a:pPr lvl="0" indent="0" marL="0">
              <a:buNone/>
            </a:pPr>
            <a:r>
              <a:rPr/>
              <a:t>The signature_hash addresses the Repudiation threat in the STRIDE model (Spoofing, Tampering, Repudiation, Information disclosure, Denial of service, Elevation of privilege).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Technical Concept Document (TCD) Section 4 Service Level Objectives (SLOs)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Section 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Section 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2026-07-20T12:36:39Z</dcterms:created>
  <dcterms:modified xsi:type="dcterms:W3CDTF">2026-07-20T12:36:39Z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