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§1,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§3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TMD §1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PRD §5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TCD §4 SLOs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§1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§1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2026-07-16T12:30:17Z</dcterms:created>
  <dcterms:modified xsi:type="dcterms:W3CDTF">2026-07-16T12:30:17Z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