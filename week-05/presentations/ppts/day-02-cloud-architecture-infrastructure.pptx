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quads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quads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(East US)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(Azure Database for PostgreSQL, Blob Storage, Service Bus)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ExpressRoute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**Region:** East US (primary), West US 2 (warm-DR).
- Customer base: 92% US; 8% Canada (cross-region OK; +80ms)
- Compliance: SOC 2 audit retention requires named region
**AZ stance:** Multi-AZ active-active for stateful tiers
(Postgres primary + 2 read replicas across 3 AZs).
**Trade-off — multi-region active-active vs warm-DR:**
**Choice:** Warm-DR (Option A).
**Why:** Active-active doubles cost and adds cross-region
consistency complexity; multi-AZ within East US
satisfies our 99.5% availability SLO.
**Accepted cost:** Full East US outage breaches SLO ~30 min.
**Revisit trigger:** Second multi-hour East US outage in
12 months, OR availability SLO tightens to 99.9%+.</a:t>
            </a:r>
          </a:p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20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+ 20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Azure Database for PostgreSQL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Event Hubs</a:t>
            </a:r>
          </a:p>
          <a:p>
            <a:pPr lvl="0" indent="0" marL="0">
              <a:buNone/>
            </a:pPr>
            <a:r>
              <a:rPr/>
              <a:t>Azure Event Hubs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Blob Storage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Application Gateway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25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+ 25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ExpressRoute / Private 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25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Azure Database for PostgreSQL</a:t>
                </a:r>
              </a:p>
              <a:p>
                <a:pPr lvl="0" indent="0" marL="0">
                  <a:buNone/>
                </a:pPr>
                <a:r>
                  <a:rPr/>
                  <a:t>Multi-AZ, 2 vCore GP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Event Hubs</a:t>
                </a:r>
              </a:p>
              <a:p>
                <a:pPr lvl="0" indent="0" marL="0">
                  <a:buNone/>
                </a:pPr>
                <a:r>
                  <a:rPr/>
                  <a:t>Standard, 5 TUs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Throughput units; storage; egress</a:t>
                </a:r>
              </a:p>
              <a:p>
                <a:pPr lvl="0" indent="0" marL="0">
                  <a:buNone/>
                </a:pPr>
                <a:r>
                  <a:rPr/>
                  <a:t>Blob Storage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read/write ops</a:t>
                </a:r>
              </a:p>
              <a:p>
                <a:pPr lvl="0" indent="0" marL="0">
                  <a:buNone/>
                </a:pPr>
                <a:r>
                  <a:rPr/>
                  <a:t>Application Gateway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SRE reviewing a feature's cloud topology.
Context: &lt;paste TMD Section 2 sections — region, AZ, managed services,
tenancy, network boundary, ROM cost&gt;
Task: Identify the top 3 risks in this topology that could
surprise the team within 6 months.
Constraints:
- Be specific to the configurations described
- For each: scenario, likelihood (L/M/H), suggested mitigation
- Do not invent platform features
Format: Numbered — Risk / Scenario / Likelihood / Mitigation.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2026-08-23T18:36:21Z</dcterms:created>
  <dcterms:modified xsi:type="dcterms:W3CDTF">2026-08-23T18:36:21Z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