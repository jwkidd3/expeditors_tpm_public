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§2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§2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ROM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(PRD §2)</a:t>
            </a:r>
          </a:p>
          <a:p>
            <a:pPr lvl="0" indent="0" marL="0">
              <a:buNone/>
            </a:pPr>
            <a:r>
              <a:rPr/>
              <a:t>5 min: pull compliance facts (TCD §3)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§2)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TLS;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§1)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§6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§2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TMD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§§1–2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2026-07-01T16:56:28Z</dcterms:created>
  <dcterms:modified xsi:type="dcterms:W3CDTF">2026-07-01T16:56:28Z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