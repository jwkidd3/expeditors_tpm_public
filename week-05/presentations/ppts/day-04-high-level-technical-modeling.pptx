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Section 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Technical Concept Document (TCD) Section 4 Service Level Objective (SLO)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an entity-relationship /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acceptance criteria (AC)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Product Requirements Document (PRD) Section 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Section 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Section 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Section 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Section 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Technical Modeling Document (TMD)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Sections 1–4. Friday adds Section 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2026-07-27T15:19:56Z</dcterms:created>
  <dcterms:modified xsi:type="dcterms:W3CDTF">2026-07-27T15:19:56Z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