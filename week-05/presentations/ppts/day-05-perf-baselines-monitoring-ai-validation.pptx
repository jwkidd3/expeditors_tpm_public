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§5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§5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triad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SLOs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TMD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§§1–4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§4)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15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§1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§3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§2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20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+ 20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(§1)</a:t>
            </a:r>
          </a:p>
          <a:p>
            <a:pPr lvl="0" indent="0" marL="0">
              <a:buNone/>
            </a:pPr>
            <a:r>
              <a:rPr/>
              <a:t>Cloud topology + ROM cost (§2)</a:t>
            </a:r>
          </a:p>
          <a:p>
            <a:pPr lvl="0" indent="0" marL="0">
              <a:buNone/>
            </a:pPr>
            <a:r>
              <a:rPr/>
              <a:t>API contract (§3)</a:t>
            </a:r>
          </a:p>
          <a:p>
            <a:pPr lvl="0" indent="0" marL="0">
              <a:buNone/>
            </a:pPr>
            <a:r>
              <a:rPr/>
              <a:t>Three sequence diagrams (§4)</a:t>
            </a:r>
          </a:p>
          <a:p>
            <a:pPr lvl="0" indent="0" marL="0">
              <a:buNone/>
            </a:pPr>
            <a:r>
              <a:rPr/>
              <a:t>Baselines + monitoring + AI log (§5)</a:t>
            </a:r>
          </a:p>
          <a:p>
            <a:pPr lvl="0" indent="0" marL="0">
              <a:buNone/>
            </a:pPr>
            <a:r>
              <a:rPr/>
              <a:t>Integrated TMD — sibling to PRD + TCD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The TCD §6 matrix becomes the negotiation list</a:t>
            </a:r>
          </a:p>
          <a:p>
            <a:pPr lvl="0" indent="0" marL="0">
              <a:buNone/>
            </a:pPr>
            <a:r>
              <a:rPr/>
              <a:t>Bring to Monday: Your PRD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2026-05-28T12:50:40Z</dcterms:created>
  <dcterms:modified xsi:type="dcterms:W3CDTF">2026-05-28T12:50:40Z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