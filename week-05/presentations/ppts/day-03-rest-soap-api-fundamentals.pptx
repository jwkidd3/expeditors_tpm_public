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EDI-adjacent)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TMD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§§1–3.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2026-05-15T23:43:27Z</dcterms:created>
  <dcterms:modified xsi:type="dcterms:W3CDTF">2026-05-15T23:43:27Z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