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TMD Section 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quads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20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20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POST /v1/dispatchers/{dispatcher_id}/reconcile-events
Headers:
Authorization: Bearer &lt;SSO JWT, scope: reconcile.write&gt;
Idempotency-Key: &lt;client UUID&gt;
Body:
ticket_ids: UUID[] (1..100)
submitted_at: ISO 8601 timestamp
client_metadata: { user_agent, location }
Responses:
201 Created — { id, ticket_ids, submitted_at }
400 Validation error — { error.code, fields[] }
401 Missing/invalid token
403 Token lacks reconcile.write scope
409 Idempotency-Key conflict
422 Tickets ineligible
429 Rate limited — Retry-After: &lt;seconds&gt;</a:t>
            </a:r>
          </a:p>
          <a:p>
            <a:pPr lvl="0" indent="0" marL="0">
              <a:buNone/>
            </a:pPr>
            <a:r>
              <a:rPr/>
              <a:t>The Authorization header carries a single sign-on (SSO) token.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20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{
"error": {
"code": "ticket_not_eligible",
"message": "Ticket cannot be reconciled in current state",
"fields": [
{"name": "ticket_ids[3]", "reason": "ticket already reconciled"}
]
},
"request_id": "req_01H...",
"documentation_url": "https://docs.../errors/ticket_not_eligible"
}</a:t>
            </a:r>
          </a:p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Electronic Data Interchange (EDI)-adjacent)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API design reviewer with strong REST opinions.
Context: &lt;paste URL paths, methods, status codes, error body
shape, idempotency approach, versioning strategy&gt;
Task: Identify the top 5 issues in this API contract.
Constraints:
- Be specific: cite the path, method, or convention
- For each, suggest the correction
- Avoid pedantic preferences (singular/plural is fine
if consistent)
Format: Numbered — Issue / What's wrong / Fix.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25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3 + provenance</a:t>
            </a:r>
          </a:p>
          <a:p>
            <a:pPr lvl="0" indent="0" marL="0">
              <a:buNone/>
            </a:pPr>
            <a:r>
              <a:rPr/>
              <a:t>⏱ 25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Technical Modeling Document (TMD)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Sections 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2026-08-28T15:28:49Z</dcterms:created>
  <dcterms:modified xsi:type="dcterms:W3CDTF">2026-08-28T15:28:49Z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