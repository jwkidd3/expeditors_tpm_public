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notesMaster" Target="notesMasters/notesMaster1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Today: tie data + cloud + API together. Sequence diagrams for happy / sad / weird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16:00, every triad has TMD §4 with three sequence diagrams.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sequences ship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Start with the happy path so triads internalize the diagram grammar. Watch for missing audit-publish arrows — a common compliance miss.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triad’s diagram has 25 lifelines, push them to merge or simplify.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Triads who try to draw “the whole system” in one sequence diagram drown. Coach to one user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Don’t redraw the whole happy sequence for sad/weird. Just diverge.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audit publish is missing, surface — common compliance miss.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Sad paths come from PRD §6 — validation, permission, state conflict are the usual three. Mark the divergence point clearly; that’s where review attention belongs.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sad path that ends “user is stuck” is not designed. Force the recovery.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common sad paths to choose: validation error, permission denied, state conflict.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weird path without a named invariant isn’t designed — it’s hoped. Push triads to state the invariant out loud before they call the diagram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 can’t name the invariant, the weird-path design isn’t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invariant line at the bottom is what makes this diagram a contract, not a sketch.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Push for the invariant. Triads who can’t name it haven’t designed the weird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Cross-review surfaces protocol inconsistencies and missing arrows. AI critique works well here — feed it the three diagrams and ask what’s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questions, three diagrams. The reviewer doesn’t need to know every detail; they need to ask these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 to Pattern Library. The “ranked by importance” frame is reusable.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1 invariant proudest, 1 AI-surfaced arrow, 1 question diagrams couldn’t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names the invariant their weird path 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break-first-under-load test names the next monitoring target. Tomorrow finalizes baselines and AI-summary validation for end-of-week sign-off.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📡 High-Level Technical Modeling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5 • Day 4 • Technical Infrastructure &amp;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4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Draw a happy-path sequence with lifelines, protocols, latencies</a:t>
            </a:r>
          </a:p>
          <a:p>
            <a:pPr lvl="0" indent="0" marL="0">
              <a:buNone/>
            </a:pPr>
            <a:r>
              <a:rPr/>
              <a:t>Draw a sad-path sequence showing user-visible recovery</a:t>
            </a:r>
          </a:p>
          <a:p>
            <a:pPr lvl="0" indent="0" marL="0">
              <a:buNone/>
            </a:pPr>
            <a:r>
              <a:rPr/>
              <a:t>Draw a weird-path sequence with named invariant</a:t>
            </a:r>
          </a:p>
          <a:p>
            <a:pPr lvl="0" indent="0" marL="0">
              <a:buNone/>
            </a:pPr>
            <a:r>
              <a:rPr/>
              <a:t>Verify total latency annotation matches TCD §4 SLO budget</a:t>
            </a:r>
          </a:p>
          <a:p>
            <a:pPr lvl="0" indent="0" marL="0">
              <a:buNone/>
            </a:pPr>
            <a:r>
              <a:rPr/>
              <a:t>Cross-review with another triad and use AI to surface gaps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Pin TMD §§1–3; whiteboards out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Happy-path sequence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Sad-path sequence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Weird-path sequence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Cross-review + AI critique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The Happy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Time top to bottom; actors as lifelines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Sequence Diagram Anatomy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Element</a:t>
            </a:r>
          </a:p>
          <a:p>
            <a:pPr lvl="0" indent="0" marL="0">
              <a:buNone/>
            </a:pPr>
            <a:r>
              <a:rPr/>
              <a:t>What it is</a:t>
            </a:r>
          </a:p>
          <a:p>
            <a:pPr lvl="0" indent="0" marL="0">
              <a:buNone/>
            </a:pPr>
            <a:r>
              <a:rPr/>
              <a:t>Lifeline (vertical)</a:t>
            </a:r>
          </a:p>
          <a:p>
            <a:pPr lvl="0" indent="0" marL="0">
              <a:buNone/>
            </a:pPr>
            <a:r>
              <a:rPr/>
              <a:t>An actor: user, mobile app, service, datastore, queue</a:t>
            </a:r>
          </a:p>
          <a:p>
            <a:pPr lvl="0" indent="0" marL="0">
              <a:buNone/>
            </a:pPr>
            <a:r>
              <a:rPr/>
              <a:t>Solid arrow</a:t>
            </a:r>
          </a:p>
          <a:p>
            <a:pPr lvl="0" indent="0" marL="0">
              <a:buNone/>
            </a:pPr>
            <a:r>
              <a:rPr/>
              <a:t>Synchronous call</a:t>
            </a:r>
          </a:p>
          <a:p>
            <a:pPr lvl="0" indent="0" marL="0">
              <a:buNone/>
            </a:pPr>
            <a:r>
              <a:rPr/>
              <a:t>Dashed arrow</a:t>
            </a:r>
          </a:p>
          <a:p>
            <a:pPr lvl="0" indent="0" marL="0">
              <a:buNone/>
            </a:pPr>
            <a:r>
              <a:rPr/>
              <a:t>Async / fire-and-forget</a:t>
            </a:r>
          </a:p>
          <a:p>
            <a:pPr lvl="0" indent="0" marL="0">
              <a:buNone/>
            </a:pPr>
            <a:r>
              <a:rPr/>
              <a:t>Return arrow (dotted)</a:t>
            </a:r>
          </a:p>
          <a:p>
            <a:pPr lvl="0" indent="0" marL="0">
              <a:buNone/>
            </a:pPr>
            <a:r>
              <a:rPr/>
              <a:t>Response</a:t>
            </a:r>
          </a:p>
          <a:p>
            <a:pPr lvl="0" indent="0" marL="0">
              <a:buNone/>
            </a:pPr>
            <a:r>
              <a:rPr/>
              <a:t>Note</a:t>
            </a:r>
          </a:p>
          <a:p>
            <a:pPr lvl="0" indent="0" marL="0">
              <a:buNone/>
            </a:pPr>
            <a:r>
              <a:rPr/>
              <a:t>Latency budget, condition, annotation</a:t>
            </a:r>
          </a:p>
          <a:p>
            <a:pPr lvl="0" indent="0" marL="0">
              <a:buNone/>
            </a:pPr>
            <a:r>
              <a:rPr/>
              <a:t>Alt / opt block</a:t>
            </a:r>
          </a:p>
          <a:p>
            <a:pPr lvl="0" indent="0" marL="0">
              <a:buNone/>
            </a:pPr>
            <a:r>
              <a:rPr/>
              <a:t>Conditional branch</a:t>
            </a:r>
          </a:p>
          <a:p>
            <a:pPr lvl="0" indent="0" marL="0">
              <a:buNone/>
            </a:pPr>
            <a:r>
              <a:rPr/>
              <a:t>5–12 lifelines. 10–25 arrows. More becomes unreadable.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Right Diagram for the Right Job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Sequence is right for</a:t>
            </a:r>
          </a:p>
          <a:p>
            <a:pPr lvl="0" indent="0" marL="0">
              <a:buNone/>
            </a:pPr>
            <a:r>
              <a:rPr/>
              <a:t>One user action’s journey</a:t>
            </a:r>
          </a:p>
          <a:p>
            <a:pPr lvl="0" indent="0" marL="0">
              <a:buNone/>
            </a:pPr>
            <a:r>
              <a:rPr/>
              <a:t>Service interactions during a transaction</a:t>
            </a:r>
          </a:p>
          <a:p>
            <a:pPr lvl="0" indent="0" marL="0">
              <a:buNone/>
            </a:pPr>
            <a:r>
              <a:rPr/>
              <a:t>Order of events; where things go wrong</a:t>
            </a:r>
          </a:p>
          <a:p>
            <a:pPr lvl="0" indent="0" marL="0">
              <a:buNone/>
            </a:pPr>
            <a:r>
              <a:rPr/>
              <a:t>❌ Sequence is wrong for</a:t>
            </a:r>
          </a:p>
          <a:p>
            <a:pPr lvl="0" indent="0" marL="0">
              <a:buNone/>
            </a:pPr>
            <a:r>
              <a:rPr/>
              <a:t>All possible interactions (use Container)</a:t>
            </a:r>
          </a:p>
          <a:p>
            <a:pPr lvl="0" indent="0" marL="0">
              <a:buNone/>
            </a:pPr>
            <a:r>
              <a:rPr/>
              <a:t>Data structure (use ER diagram)</a:t>
            </a:r>
          </a:p>
          <a:p>
            <a:pPr lvl="0" indent="0" marL="0">
              <a:buNone/>
            </a:pPr>
            <a:r>
              <a:rPr/>
              <a:t>Deployment topology (use cloud diagram)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Three Sequences in TMD §4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Happy path — central success case (full detail)</a:t>
            </a:r>
          </a:p>
          <a:p>
            <a:pPr lvl="0" indent="0" marL="0">
              <a:buNone/>
            </a:pPr>
            <a:r>
              <a:rPr/>
              <a:t>Sad path — most common user/system error (abbreviated)</a:t>
            </a:r>
          </a:p>
          <a:p>
            <a:pPr lvl="0" indent="0" marL="0">
              <a:buNone/>
            </a:pPr>
            <a:r>
              <a:rPr/>
              <a:t>Weird path — edge case from your AC’s “weird” coverage (abbreviated)</a:t>
            </a:r>
          </a:p>
          <a:p>
            <a:pPr lvl="0" indent="0" marL="0">
              <a:buNone/>
            </a:pPr>
            <a:r>
              <a:rPr/>
              <a:t>Sad and weird paths usually diverge from the happy path at one arrow. Draw from the divergence.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Happy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5 min: identify actors (lifelines)</a:t>
            </a:r>
          </a:p>
          <a:p>
            <a:pPr lvl="0" indent="0" marL="0">
              <a:buNone/>
            </a:pPr>
            <a:r>
              <a:rPr/>
              <a:t>5 min: order them caller→called</a:t>
            </a:r>
          </a:p>
          <a:p>
            <a:pPr lvl="0" indent="0" marL="0">
              <a:buNone/>
            </a:pPr>
            <a:r>
              <a:rPr/>
              <a:t>15 min: draw messages with protocol labels</a:t>
            </a:r>
          </a:p>
          <a:p>
            <a:pPr lvl="0" indent="0" marL="0">
              <a:buNone/>
            </a:pPr>
            <a:r>
              <a:rPr/>
              <a:t>5 min: latency annotations per arrow</a:t>
            </a:r>
          </a:p>
          <a:p>
            <a:pPr lvl="0" indent="0" marL="0">
              <a:buNone/>
            </a:pPr>
            <a:r>
              <a:rPr/>
              <a:t>5 min: 60-sec walk to another triad</a:t>
            </a:r>
          </a:p>
          <a:p>
            <a:pPr lvl="0" indent="0" marL="0">
              <a:buNone/>
            </a:pPr>
            <a:r>
              <a:rPr/>
              <a:t>⏱ 5 + 5 + 15 + 5 + 5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Sad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the user goes wrong; how we recover gracefully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Sad Path Discipline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Pick from PRD §6 sad-path AC</a:t>
            </a:r>
          </a:p>
          <a:p>
            <a:pPr lvl="0" indent="0" marL="0">
              <a:buNone/>
            </a:pPr>
            <a:r>
              <a:rPr/>
              <a:t>Show the divergence point — the arrow where it goes differently</a:t>
            </a:r>
          </a:p>
          <a:p>
            <a:pPr lvl="0" indent="0" marL="0">
              <a:buNone/>
            </a:pPr>
            <a:r>
              <a:rPr/>
              <a:t>Show the status code + error body from §3</a:t>
            </a:r>
          </a:p>
          <a:p>
            <a:pPr lvl="0" indent="0" marL="0">
              <a:buNone/>
            </a:pPr>
            <a:r>
              <a:rPr/>
              <a:t>Show the user’s recovery action</a:t>
            </a:r>
          </a:p>
          <a:p>
            <a:pPr lvl="0" indent="0" marL="0">
              <a:buNone/>
            </a:pPr>
            <a:r>
              <a:rPr/>
              <a:t>The user must have a path forward. Not a dead-end.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Sad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5 min: pick the sad path</a:t>
            </a:r>
          </a:p>
          <a:p>
            <a:pPr lvl="0" indent="0" marL="0">
              <a:buNone/>
            </a:pPr>
            <a:r>
              <a:rPr/>
              <a:t>20 min: draw the divergence</a:t>
            </a:r>
          </a:p>
          <a:p>
            <a:pPr lvl="0" indent="0" marL="0">
              <a:buNone/>
            </a:pPr>
            <a:r>
              <a:rPr/>
              <a:t>5 min: status code + error body</a:t>
            </a:r>
          </a:p>
          <a:p>
            <a:pPr lvl="0" indent="0" marL="0">
              <a:buNone/>
            </a:pPr>
            <a:r>
              <a:rPr/>
              <a:t>5 min: user recovery action</a:t>
            </a:r>
          </a:p>
          <a:p>
            <a:pPr lvl="0" indent="0" marL="0">
              <a:buNone/>
            </a:pPr>
            <a:r>
              <a:rPr/>
              <a:t>5 min: 30-sec walk</a:t>
            </a:r>
          </a:p>
          <a:p>
            <a:pPr lvl="0" indent="0" marL="0">
              <a:buNone/>
            </a:pPr>
            <a:r>
              <a:rPr/>
              <a:t>⏱ 5 + 20 + 5 + 5 + 5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Weird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Network drop, race, timeout, boundary — with named invariant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Weird Path Discipline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Pick from PRD §6 weird-path AC</a:t>
            </a:r>
          </a:p>
          <a:p>
            <a:pPr lvl="0" indent="0" marL="0">
              <a:buNone/>
            </a:pPr>
            <a:r>
              <a:rPr/>
              <a:t>Show retry / idempotency / fallback mechanics</a:t>
            </a:r>
          </a:p>
          <a:p>
            <a:pPr lvl="0" indent="0" marL="0">
              <a:buNone/>
            </a:pPr>
            <a:r>
              <a:rPr/>
              <a:t>Name the invariant — the promise we keep even here</a:t>
            </a:r>
          </a:p>
          <a:p>
            <a:pPr lvl="0" indent="0" marL="0">
              <a:buNone/>
            </a:pPr>
            <a:r>
              <a:rPr/>
              <a:t>The named invariant is the senior-author signal. “At most one ReconcileEvent per Idempotency-Key per 24h.”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Weird Path: Network Drop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Weird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5 min: pick the weird path</a:t>
            </a:r>
          </a:p>
          <a:p>
            <a:pPr lvl="0" indent="0" marL="0">
              <a:buNone/>
            </a:pPr>
            <a:r>
              <a:rPr/>
              <a:t>25 min: draw divergence + recovery</a:t>
            </a:r>
          </a:p>
          <a:p>
            <a:pPr lvl="0" indent="0" marL="0">
              <a:buNone/>
            </a:pPr>
            <a:r>
              <a:rPr/>
              <a:t>5 min: name the invariant</a:t>
            </a:r>
          </a:p>
          <a:p>
            <a:pPr lvl="0" indent="0" marL="0">
              <a:buNone/>
            </a:pPr>
            <a:r>
              <a:rPr/>
              <a:t>5 min: walk to another triad</a:t>
            </a:r>
          </a:p>
          <a:p>
            <a:pPr lvl="0" indent="0" marL="0">
              <a:buNone/>
            </a:pPr>
            <a:r>
              <a:rPr/>
              <a:t>⏱ 5 + 25 + 5 + 5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Cross-Review + AI Critique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did we forget?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🔎 Cross-Review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Happy path: does latency add up? Protocols consistent with §3?</a:t>
            </a:r>
          </a:p>
          <a:p>
            <a:pPr lvl="0" indent="0" marL="0">
              <a:buNone/>
            </a:pPr>
            <a:r>
              <a:rPr/>
              <a:t>Sad path: does the user have a clear recovery action?</a:t>
            </a:r>
          </a:p>
          <a:p>
            <a:pPr lvl="0" indent="0" marL="0">
              <a:buNone/>
            </a:pPr>
            <a:r>
              <a:rPr/>
              <a:t>Weird path: is an invariant named? Is the recovery actually safe?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🧿 AI Critique Prompt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Cross-Review +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 pairs • 45 minutes • Wrap</a:t>
            </a:r>
          </a:p>
          <a:p>
            <a:pPr lvl="0" indent="0" marL="0">
              <a:buNone/>
            </a:pPr>
            <a:r>
              <a:rPr/>
              <a:t>20 min: cross-review with 3 questions</a:t>
            </a:r>
          </a:p>
          <a:p>
            <a:pPr lvl="0" indent="0" marL="0">
              <a:buNone/>
            </a:pPr>
            <a:r>
              <a:rPr/>
              <a:t>10 min: AI critique</a:t>
            </a:r>
          </a:p>
          <a:p>
            <a:pPr lvl="0" indent="0" marL="0">
              <a:buNone/>
            </a:pPr>
            <a:r>
              <a:rPr/>
              <a:t>10 min: adopt / defer / reject</a:t>
            </a:r>
          </a:p>
          <a:p>
            <a:pPr lvl="0" indent="0" marL="0">
              <a:buNone/>
            </a:pPr>
            <a:r>
              <a:rPr/>
              <a:t>5 min: update §4 + provenance</a:t>
            </a:r>
          </a:p>
          <a:p>
            <a:pPr lvl="0" indent="0" marL="0">
              <a:buNone/>
            </a:pPr>
            <a:r>
              <a:rPr/>
              <a:t>⏱ 20 + 10 + 10 + 5 · 15-min wrap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4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Happy-path sequence (with latency)</a:t>
            </a:r>
          </a:p>
          <a:p>
            <a:pPr lvl="0" indent="0" marL="0">
              <a:buNone/>
            </a:pPr>
            <a:r>
              <a:rPr/>
              <a:t>Sad-path sequence (with recovery)</a:t>
            </a:r>
          </a:p>
          <a:p>
            <a:pPr lvl="0" indent="0" marL="0">
              <a:buNone/>
            </a:pPr>
            <a:r>
              <a:rPr/>
              <a:t>Weird-path sequence (with invariant)</a:t>
            </a:r>
          </a:p>
          <a:p>
            <a:pPr lvl="0" indent="0" marL="0">
              <a:buNone/>
            </a:pPr>
            <a:r>
              <a:rPr/>
              <a:t>Cross-reviewed + AI-critiqued</a:t>
            </a:r>
          </a:p>
          <a:p>
            <a:pPr lvl="0" indent="0" marL="0">
              <a:buNone/>
            </a:pPr>
            <a:r>
              <a:rPr/>
              <a:t>TMD §4 drafted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Performance baselines + monitoring</a:t>
            </a:r>
          </a:p>
          <a:p>
            <a:pPr lvl="0" indent="0" marL="0">
              <a:buNone/>
            </a:pPr>
            <a:r>
              <a:rPr/>
              <a:t>Validating AI-generated data summaries</a:t>
            </a:r>
          </a:p>
          <a:p>
            <a:pPr lvl="0" indent="0" marL="0">
              <a:buNone/>
            </a:pPr>
            <a:r>
              <a:rPr/>
              <a:t>Friday integration: full TMD ships</a:t>
            </a:r>
          </a:p>
          <a:p>
            <a:pPr lvl="0" indent="0" marL="0">
              <a:buNone/>
            </a:pPr>
            <a:r>
              <a:rPr/>
              <a:t>Bring to Day 5: TMD §§1–4. Friday adds §5 and assembles the full TMD.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Which arrow on your happy path would break first under real load?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2026-05-15T23:22:22Z</dcterms:created>
  <dcterms:modified xsi:type="dcterms:W3CDTF">2026-05-15T23:22:22Z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