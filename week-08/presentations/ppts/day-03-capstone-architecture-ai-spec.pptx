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TCD-light in 40 minutes (Week-4 compressed)</a:t>
            </a:r>
          </a:p>
          <a:p>
            <a:pPr lvl="0" indent="0" marL="0">
              <a:buNone/>
            </a:pPr>
            <a:r>
              <a:rPr/>
              <a:t>Produce TMD-light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STRIDE summary (3 threats)</a:t>
            </a:r>
          </a:p>
          <a:p>
            <a:pPr lvl="0" indent="0" marL="0">
              <a:buNone/>
            </a:pPr>
            <a:r>
              <a:rPr/>
              <a:t>5 min: 3 SLOs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ROM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§§1–5, TCD-light §1, TMD-light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§1 +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§3 + §4 + PRD-light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§5 + §6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2026-07-01T16:56:53Z</dcterms:created>
  <dcterms:modified xsi:type="dcterms:W3CDTF">2026-07-01T16:56:53Z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