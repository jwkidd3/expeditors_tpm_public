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triad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Technical Concept Document (TCD-light) in 40 minutes (Week-4 compressed)</a:t>
            </a:r>
          </a:p>
          <a:p>
            <a:pPr lvl="0" indent="0" marL="0">
              <a:buNone/>
            </a:pPr>
            <a:r>
              <a:rPr/>
              <a:t>Produce Technical Modeling Document (TMD-light)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capstone, drawing on Day-2’s Product Requirements Document (PRD-light)</a:t>
            </a:r>
          </a:p>
          <a:p>
            <a:pPr lvl="0" indent="0" marL="0">
              <a:buNone/>
            </a:pPr>
            <a:r>
              <a:rPr/>
              <a:t>Cross-triad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Cross-triad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40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the STRIDE model (Spoofing, Tampering, Repudiation, Information disclosure, Denial of service, Elevation of privilege) summary (3 threats)</a:t>
            </a:r>
          </a:p>
          <a:p>
            <a:pPr lvl="0" indent="0" marL="0">
              <a:buNone/>
            </a:pPr>
            <a:r>
              <a:rPr/>
              <a:t>5 min: 3 Service Level Objectives (SLOs)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40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rough order of magnitude (ROM)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Sections 1–5, TCD-light Section 1, TMD-light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Section 1 +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Section 3 + Section 4 + PRD-light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Section 5 + Section 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Cross-Triad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triad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Cross-Triad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</a:t>
            </a:r>
          </a:p>
          <a:p>
            <a:pPr lvl="0" indent="0" marL="0">
              <a:buNone/>
            </a:pPr>
            <a:r>
              <a:rPr/>
              <a:t>Reviewer triad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triad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Cross-triad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cross-triad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2026-07-20T12:37:10Z</dcterms:created>
  <dcterms:modified xsi:type="dcterms:W3CDTF">2026-07-20T12:37:10Z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