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§§1–5, TCD-light §1, TMD-light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§1 +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§3 + §4 + PRD-light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§5 + §6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2026-07-16T20:05:33Z</dcterms:created>
  <dcterms:modified xsi:type="dcterms:W3CDTF">2026-07-16T20:05:33Z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