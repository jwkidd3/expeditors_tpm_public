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quad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Technical Concept Document (TCD-light) in 40 minutes (Week-4 compressed)</a:t>
            </a:r>
          </a:p>
          <a:p>
            <a:pPr lvl="0" indent="0" marL="0">
              <a:buNone/>
            </a:pPr>
            <a:r>
              <a:rPr/>
              <a:t>Produce Technical Modeling Document (TMD-light)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capstone, drawing on Day-2’s Product Requirements Document (PRD-light)</a:t>
            </a:r>
          </a:p>
          <a:p>
            <a:pPr lvl="0" indent="0" marL="0">
              <a:buNone/>
            </a:pPr>
            <a:r>
              <a:rPr/>
              <a:t>Cross-quad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Cross-quad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 — 1 paragraph
(deploy / failure / scale)
## 2. Integration map — table (system / owner / sync-async /
R-W / failure handling)
## 3. Threat-model summary — 3 STRIDE threats + mitigations
## 4. SLOs — 1 latency / 1 availability / 1 rate-limit
(target + defense + verification)
## 5. Top 3 trade-offs — Option A/B/Choice/Cost/Revisit
## 6. Stakeholder sign-off — 3–5 stakeholders + status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the STRIDE model (Spoofing, Tampering, Repudiation, Information disclosure, Denial of service, Elevation of privilege) summary (3 threats)</a:t>
            </a:r>
          </a:p>
          <a:p>
            <a:pPr lvl="0" indent="0" marL="0">
              <a:buNone/>
            </a:pPr>
            <a:r>
              <a:rPr/>
              <a:t>5 min: 3 Service Level Objectives (SLOs)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50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Data model — 3–5 entities (PK + indexes + relationships)
+ 1 storage trade-off
## 2. Cloud topology — region / managed-vs-self / tenancy /
network / ROM cost
## 3. API contract — 3–5 endpoints (method + path + status +
idempotency)
## 4. Sequence — happy + 1 sad + 1 weird with named invariant
## 5. Performance baseline + monitoring — 3 baselines + 3 alerts
+ 1 leading indicator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rough order of magnitude (ROM)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Cross-Quad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quad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Cross-Quad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</a:t>
            </a:r>
          </a:p>
          <a:p>
            <a:pPr lvl="0" indent="0" marL="0">
              <a:buNone/>
            </a:pPr>
            <a:r>
              <a:rPr/>
              <a:t>Reviewer quad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quad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Cross-Quad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Cross-quad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cross-quad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2026-08-10T21:39:07Z</dcterms:created>
  <dcterms:modified xsi:type="dcterms:W3CDTF">2026-08-10T21:39:07Z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