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quad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cross-quad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quads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| # | Check | Status | Gap / fix |
|---|-------|--------|-----------|
| 1 | Outcome → metrics → SLOs | Pass | — |
| 2 | Data model ↔ API | Partial | Missing FK; added |
| 3 | API ↔ AC | Pass | — |
| 4 | SLO ↔ sequence | Fail → Fixed | Sequence 800ms; SLO was 500ms;
tightened SLO to p95 &lt; 1000ms |
| 5 | NFRs ↔ architecture | Pass | — |
| 6 | Trade-offs internal | Pass | — |
| 7 | Stakeholders ↔ constraints | Partial | Compliance added |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45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30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min: assign sections to quad members</a:t>
            </a:r>
          </a:p>
          <a:p>
            <a:pPr lvl="0" indent="0" marL="0">
              <a:buNone/>
            </a:pPr>
            <a:r>
              <a:rPr/>
              <a:t>25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+ 25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2026-08-28T15:29:21Z</dcterms:created>
  <dcterms:modified xsi:type="dcterms:W3CDTF">2026-08-28T15:29:21Z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