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catch every inconsistency across the artifact set; add SEP-light + DP-light; rehearse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Tomorrow you present. Today is the last polish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Rehearsal × 2 with timer is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each artifact is fine; do they fit together?.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soften this. Force walking the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every fix. The log is part of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finishes in under 25 min, they didn’t walk references.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compressed wk-6 + wk-7 in 40 min.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stakeholders + 1 brief + 1 negotiation. Compressed but disciplined.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 stories + 3 indicators + 3 queues + 1 experiment. The compression is selective.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Hold compression. 1 page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6 documents read as one set.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“See the TCD” without a section number is a sign the writer didn’t actually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AI Spec doesn’t synthesize the others, the synthesis test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two run-throughs with timer; tomorrow you present.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3 triad voices speak. Customer + problem grounds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Performative humility (“we wish we had more time” without specifics) is a smell. Force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passes minimum. If timer breaks both passes, restructure.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thing they’ll change before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“Where in the artifact set will you not be able to defend tomorrow?”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🔎 Validation + Finalization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8 • Day 4 • AI Spec Development &amp;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the 7-point technical-logic validation across all artifacts</a:t>
            </a:r>
          </a:p>
          <a:p>
            <a:pPr lvl="0" indent="0" marL="0">
              <a:buNone/>
            </a:pPr>
            <a:r>
              <a:rPr/>
              <a:t>Produce SEP-light (compressed Wk-6) and DP-light (compressed Wk-7)</a:t>
            </a:r>
          </a:p>
          <a:p>
            <a:pPr lvl="0" indent="0" marL="0">
              <a:buNone/>
            </a:pPr>
            <a:r>
              <a:rPr/>
              <a:t>Run the cross-artifact integration pass</a:t>
            </a:r>
          </a:p>
          <a:p>
            <a:pPr lvl="0" indent="0" marL="0">
              <a:buNone/>
            </a:pPr>
            <a:r>
              <a:rPr/>
              <a:t>Rehearse the 15-min presentation twice with timer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Day-3 outputs + cross-triad findings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7-point validation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SEP-light + DP-light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Cross-artifact integration pass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Presentation rehearsal (×2)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Technical Logic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Each artifact is fine; do they fit together?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7-Point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Check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Outcome map → metrics → SLOs aligned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Data model supports the API contract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API contract supports the AC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SLO budget fits the sequence diagram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NFRs don’t contradict architecture stance</a:t>
            </a:r>
          </a:p>
          <a:p>
            <a:pPr lvl="0" indent="0" marL="0">
              <a:buNone/>
            </a:pPr>
            <a:r>
              <a:rPr/>
              <a:t>6</a:t>
            </a:r>
          </a:p>
          <a:p>
            <a:pPr lvl="0" indent="0" marL="0">
              <a:buNone/>
            </a:pPr>
            <a:r>
              <a:rPr/>
              <a:t>Trade-offs don’t contradict each other</a:t>
            </a:r>
          </a:p>
          <a:p>
            <a:pPr lvl="0" indent="0" marL="0">
              <a:buNone/>
            </a:pPr>
            <a:r>
              <a:rPr/>
              <a:t>7</a:t>
            </a:r>
          </a:p>
          <a:p>
            <a:pPr lvl="0" indent="0" marL="0">
              <a:buNone/>
            </a:pPr>
            <a:r>
              <a:rPr/>
              <a:t>Stakeholder sign-off captures all constraints</a:t>
            </a:r>
          </a:p>
          <a:p>
            <a:pPr lvl="0" indent="0" marL="0">
              <a:buNone/>
            </a:pPr>
            <a:r>
              <a:rPr/>
              <a:t>Most triads fail 2–3 on first pass. That’s expected; that’s why this day exists.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Validation Log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7-Point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40 min: walk all 7 checks; document log; fix gaps</a:t>
            </a:r>
          </a:p>
          <a:p>
            <a:pPr lvl="0" indent="0" marL="0">
              <a:buNone/>
            </a:pPr>
            <a:r>
              <a:rPr/>
              <a:t>⏱ ~5–6 min per check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SEP-Light + DP-Light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Compressed Wk-6 + Wk-7 in 40 min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SEP-Light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1. Stakeholder map (compressed)
3 high-power stakeholders; P×I + RACI for 1 decision
## 2. 1 Trade-off brief
1 page; 1 TCD-light Section 5 trade-off, briefed for stakeholder
## 3. 1 Simulated negotiation outcome
- The ask
- Anticipated response (top 1 objection + your response)
- Anticipated agreement / deferral / escalation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DP-Light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1. Outcome map (compressed)
Primary + 2 supporting + 1 counter-outcome
## 2. Backlog skeleton
1 Epic + 1 Feature + 5 User Stories
## 3. Tracking plan (compressed)
3 leading indicators; 1 monthly cadence
## 4. Value stream (compressed)
Top 3 queues identified
## 5. 1 Bottleneck removal experiment
Hypothesis / test / success criterion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SEP-Light + DP-Light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20 min: SEP-light (3 stakeholders + brief + negotiation)</a:t>
            </a:r>
          </a:p>
          <a:p>
            <a:pPr lvl="0" indent="0" marL="0">
              <a:buNone/>
            </a:pPr>
            <a:r>
              <a:rPr/>
              <a:t>20 min: DP-light (outcome + backlog + tracking + queues + experiment)</a:t>
            </a:r>
          </a:p>
          <a:p>
            <a:pPr lvl="0" indent="0" marL="0">
              <a:buNone/>
            </a:pPr>
            <a:r>
              <a:rPr/>
              <a:t>⏱ 20 + 20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Cross-Artifact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 documents read as one set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6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PRD-light</a:t>
            </a:r>
          </a:p>
          <a:p>
            <a:pPr lvl="0" indent="0" marL="0">
              <a:buNone/>
            </a:pPr>
            <a:r>
              <a:rPr/>
              <a:t>TCD-light</a:t>
            </a:r>
          </a:p>
          <a:p>
            <a:pPr lvl="0" indent="0" marL="0">
              <a:buNone/>
            </a:pPr>
            <a:r>
              <a:rPr/>
              <a:t>TMD-light</a:t>
            </a:r>
          </a:p>
          <a:p>
            <a:pPr lvl="0" indent="0" marL="0">
              <a:buNone/>
            </a:pPr>
            <a:r>
              <a:rPr/>
              <a:t>SEP-light</a:t>
            </a:r>
          </a:p>
          <a:p>
            <a:pPr lvl="0" indent="0" marL="0">
              <a:buNone/>
            </a:pPr>
            <a:r>
              <a:rPr/>
              <a:t>DP-light</a:t>
            </a:r>
          </a:p>
          <a:p>
            <a:pPr lvl="0" indent="0" marL="0">
              <a:buNone/>
            </a:pPr>
            <a:r>
              <a:rPr/>
              <a:t>AI Spec (now v2)</a:t>
            </a:r>
          </a:p>
          <a:p>
            <a:pPr lvl="0" indent="0" marL="0">
              <a:buNone/>
            </a:pPr>
            <a:r>
              <a:rPr/>
              <a:t>Every cross-reference: specific (cite Section, not “see TCD”); verified; adds value.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Integration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solo read-through (each member reads all 6)</a:t>
            </a:r>
          </a:p>
          <a:p>
            <a:pPr lvl="0" indent="0" marL="0">
              <a:buNone/>
            </a:pPr>
            <a:r>
              <a:rPr/>
              <a:t>10 min: pool issues</a:t>
            </a:r>
          </a:p>
          <a:p>
            <a:pPr lvl="0" indent="0" marL="0">
              <a:buNone/>
            </a:pPr>
            <a:r>
              <a:rPr/>
              <a:t>15 min: fix in priority order (coherence first)</a:t>
            </a:r>
          </a:p>
          <a:p>
            <a:pPr lvl="0" indent="0" marL="0">
              <a:buNone/>
            </a:pPr>
            <a:r>
              <a:rPr/>
              <a:t>⏱ 15 + 10 + 15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Presentation Rehearsal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run-throughs with timer; tomorrow you present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The 15-Minute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</a:t>
            </a:r>
          </a:p>
          <a:p>
            <a:pPr lvl="0" indent="0" marL="0">
              <a:buNone/>
            </a:pPr>
            <a:r>
              <a:rPr/>
              <a:t>Section</a:t>
            </a:r>
          </a:p>
          <a:p>
            <a:pPr lvl="0" indent="0" marL="0">
              <a:buNone/>
            </a:pPr>
            <a:r>
              <a:rPr/>
              <a:t>1 min</a:t>
            </a:r>
          </a:p>
          <a:p>
            <a:pPr lvl="0" indent="0" marL="0">
              <a:buNone/>
            </a:pPr>
            <a:r>
              <a:rPr/>
              <a:t>Customer + problem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3 min</a:t>
            </a:r>
          </a:p>
          <a:p>
            <a:pPr lvl="0" indent="0" marL="0">
              <a:buNone/>
            </a:pPr>
            <a:r>
              <a:rPr/>
              <a:t>Architecture stance + top trade-off</a:t>
            </a:r>
          </a:p>
          <a:p>
            <a:pPr lvl="0" indent="0" marL="0">
              <a:buNone/>
            </a:pPr>
            <a:r>
              <a:rPr/>
              <a:t>3 min</a:t>
            </a:r>
          </a:p>
          <a:p>
            <a:pPr lvl="0" indent="0" marL="0">
              <a:buNone/>
            </a:pPr>
            <a:r>
              <a:rPr/>
              <a:t>Data + API + sequence highlights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SLO + key constraint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Stakeholder + delivery readiness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What you’d do differently with more time</a:t>
            </a:r>
          </a:p>
          <a:p>
            <a:pPr lvl="0" indent="0" marL="0">
              <a:buNone/>
            </a:pPr>
            <a:r>
              <a:rPr/>
              <a:t>Plus 5 min Q&amp;A.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What Good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15-min limit held within 30 sec</a:t>
            </a:r>
          </a:p>
          <a:p>
            <a:pPr lvl="0" indent="0" marL="0">
              <a:buNone/>
            </a:pPr>
            <a:r>
              <a:rPr/>
              <a:t>All 3 voices speak</a:t>
            </a:r>
          </a:p>
          <a:p>
            <a:pPr lvl="0" indent="0" marL="0">
              <a:buNone/>
            </a:pPr>
            <a:r>
              <a:rPr/>
              <a:t>Customer + problem grounds the rest</a:t>
            </a:r>
          </a:p>
          <a:p>
            <a:pPr lvl="0" indent="0" marL="0">
              <a:buNone/>
            </a:pPr>
            <a:r>
              <a:rPr/>
              <a:t>Trade-off defended in business terms</a:t>
            </a:r>
          </a:p>
          <a:p>
            <a:pPr lvl="0" indent="0" marL="0">
              <a:buNone/>
            </a:pPr>
            <a:r>
              <a:rPr/>
              <a:t>“What we’d do differently” is honest, not performative</a:t>
            </a:r>
          </a:p>
          <a:p>
            <a:pPr lvl="0" indent="0" marL="0">
              <a:buNone/>
            </a:pPr>
            <a:r>
              <a:rPr/>
              <a:t>The “what we’d do differently” section is often the strongest signal of growth. Be honest.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Rehearsal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5 min: assign sections to triad members</a:t>
            </a:r>
          </a:p>
          <a:p>
            <a:pPr lvl="0" indent="0" marL="0">
              <a:buNone/>
            </a:pPr>
            <a:r>
              <a:rPr/>
              <a:t>15 min: run-through #1 (timer; nobody interrupts)</a:t>
            </a:r>
          </a:p>
          <a:p>
            <a:pPr lvl="0" indent="0" marL="0">
              <a:buNone/>
            </a:pPr>
            <a:r>
              <a:rPr/>
              <a:t>10 min: capture what didn’t work</a:t>
            </a:r>
          </a:p>
          <a:p>
            <a:pPr lvl="0" indent="0" marL="0">
              <a:buNone/>
            </a:pPr>
            <a:r>
              <a:rPr/>
              <a:t>15 min: run-through #2 (apply fixes; time again)</a:t>
            </a:r>
          </a:p>
          <a:p>
            <a:pPr lvl="0" indent="0" marL="0">
              <a:buNone/>
            </a:pPr>
            <a:r>
              <a:rPr/>
              <a:t>⏱ 5 + 15 + 10 + 15 · 15-min wrap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Validation log (7 checks)</a:t>
            </a:r>
          </a:p>
          <a:p>
            <a:pPr lvl="0" indent="0" marL="0">
              <a:buNone/>
            </a:pPr>
            <a:r>
              <a:rPr/>
              <a:t>SEP-light + DP-light</a:t>
            </a:r>
          </a:p>
          <a:p>
            <a:pPr lvl="0" indent="0" marL="0">
              <a:buNone/>
            </a:pPr>
            <a:r>
              <a:rPr/>
              <a:t>Integrated 6-document set</a:t>
            </a:r>
          </a:p>
          <a:p>
            <a:pPr lvl="0" indent="0" marL="0">
              <a:buNone/>
            </a:pPr>
            <a:r>
              <a:rPr/>
              <a:t>AI Spec v2</a:t>
            </a:r>
          </a:p>
          <a:p>
            <a:pPr lvl="0" indent="0" marL="0">
              <a:buNone/>
            </a:pPr>
            <a:r>
              <a:rPr/>
              <a:t>Presentation rehearsed × 2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Final artifact presentations</a:t>
            </a:r>
          </a:p>
          <a:p>
            <a:pPr lvl="0" indent="0" marL="0">
              <a:buNone/>
            </a:pPr>
            <a:r>
              <a:rPr/>
              <a:t>Cohort retrospective</a:t>
            </a:r>
          </a:p>
          <a:p>
            <a:pPr lvl="0" indent="0" marL="0">
              <a:buNone/>
            </a:pPr>
            <a:r>
              <a:rPr/>
              <a:t>Course closure</a:t>
            </a:r>
          </a:p>
          <a:p>
            <a:pPr lvl="0" indent="0" marL="0">
              <a:buNone/>
            </a:pPr>
            <a:r>
              <a:rPr/>
              <a:t>Bring to Friday: All 6 documents + presentation deck + your three voices.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the artifact set will you not be able to defend tomorrow?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2026-07-19T11:56:34Z</dcterms:created>
  <dcterms:modified xsi:type="dcterms:W3CDTF">2026-07-19T11:56:34Z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