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SEP-light (compressed Wk-6) and DP-light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PRD-light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§,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2026-05-28T13:04:03Z</dcterms:created>
  <dcterms:modified xsi:type="dcterms:W3CDTF">2026-05-28T13:04:03Z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