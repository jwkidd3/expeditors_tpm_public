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quad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Stakeholder Engagement Plan (SEP-light) (compressed Wk-6) and Delivery Plan (DP-light)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cross-quad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quads fail 2–3 on first pass. That’s expected; that’s why this day exists. The checks align acceptance criteria (AC), Service Level Objectives (SLOs), and non-functional requirements (NFRs) across artifacts.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| # | Check | Status | Gap / fix |
|---|-------|--------|-----------|
| 1 | Outcome → metrics → SLOs | Pass | — |
| 2 | Data model ↔ API | Partial | Missing FK; added |
| 3 | API ↔ AC | Pass | — |
| 4 | SLO ↔ sequence | Fail → Fixed | Sequence 800ms; SLO was 500ms;
tightened SLO to p95 &lt; 1000ms |
| 5 | NFRs ↔ architecture | Pass | — |
| 6 | Trade-offs internal | Pass | — |
| 7 | Stakeholders ↔ constraints | Partial | Compliance added |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40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Stakeholder map (compressed)
3 high-power stakeholders; P×I + RACI for 1 decision
## 2. 1 Trade-off brief
1 page; 1 TCD-light Section 5 trade-off, briefed for stakeholder
## 3. 1 Simulated negotiation outcome
- The ask
- Anticipated response (top 1 objection + your response)
- Anticipated agreement / deferral / escalation</a:t>
            </a:r>
          </a:p>
          <a:p>
            <a:pPr lvl="0" indent="0" marL="0">
              <a:buNone/>
            </a:pPr>
            <a:r>
              <a:rPr/>
              <a:t>The stakeholder map pairs power/interest with a RACI matrix (Responsible, Accountable, Consulted, Informed) for one decision.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Outcome map (compressed)
Primary + 2 supporting + 1 counter-outcome
## 2. Backlog skeleton
1 Epic + 1 Feature + 5 User Stories
## 3. Tracking plan (compressed)
3 leading indicators; 1 monthly cadence
## 4. Value stream (compressed)
Top 3 queues identified
## 5. 1 Bottleneck removal experiment
Hypothesis / test / success criterion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20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Requirements Document (PRD-light)</a:t>
            </a:r>
          </a:p>
          <a:p>
            <a:pPr lvl="0" indent="0" marL="0">
              <a:buNone/>
            </a:pPr>
            <a:r>
              <a:rPr/>
              <a:t>Technical Concept Document (TCD-light)</a:t>
            </a:r>
          </a:p>
          <a:p>
            <a:pPr lvl="0" indent="0" marL="0">
              <a:buNone/>
            </a:pPr>
            <a:r>
              <a:rPr/>
              <a:t>Technical Modeling Document (TMD-light)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Section,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5 min: assign sections to quad members</a:t>
            </a:r>
          </a:p>
          <a:p>
            <a:pPr lvl="0" indent="0" marL="0">
              <a:buNone/>
            </a:pPr>
            <a:r>
              <a:rPr/>
              <a:t>15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2026-08-10T21:39:09Z</dcterms:created>
  <dcterms:modified xsi:type="dcterms:W3CDTF">2026-08-10T21:39:09Z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