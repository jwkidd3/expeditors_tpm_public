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notesMaster" Target="notesMasters/notesMaster1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 to Week 8. Capstone week. Today: install the new AI Spec Development pattern + lock your Holocron scope slice.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16:00, every quad has the AI Spec pattern installed + a locked Holocron scope slice + a discovery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Arc: confirm subject → learn template → rehearse → plan discovery.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5 questions; narrow the slice or commit.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Don’t soften this. Better to narrow the slice Day 1 than ship a thin capstone Friday.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quad needs to switch to a backup, that’s success. Better than thin capstone.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what it is, what it isn’t, what’s in the template.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Don’t soften the discipline. AI Spec without validation is fiction.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the AI Spec is longer than the source artifacts, it’s a copy, not a synthesis.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 each section to a specific input. Awareness of “what’s missing if input thin” is the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each prompt has a job + validation step.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Quads who try to run all 5 in parallel break the validation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Hold the line on validation. It’s the muscle.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Validation is mandatory. If a quad skips it, redirect.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Frame the block: what you need to gather before tomorrow. Set context briefly, then move into the teaching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Honesty about gaps is the senior signal. Pretending you have data you don’t is the rookie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 to Pattern Library. Reusable for future capstones.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Wrap-share: Holocron problem + scope line in one sentence, struggle section, AI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person says one thing they need to gather tonight.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the floor. Use the prompt — “Which input does your capstone need that you don’t yet have?” — to invite one short reflection per voice. Keep it tight; this is closure, not new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🧠 AI Spec Development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8 • Day 1 • AI Spec Development &amp; Capstone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 — the final week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1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Internalize the AI Spec Development pattern — a 5-prompt sequence with validation</a:t>
            </a:r>
          </a:p>
          <a:p>
            <a:pPr lvl="0" indent="0" marL="0">
              <a:buNone/>
            </a:pPr>
            <a:r>
              <a:rPr/>
              <a:t>Walk through the AI Spec template (8 sections) and map each to inputs from prior weeks</a:t>
            </a:r>
          </a:p>
          <a:p>
            <a:pPr lvl="0" indent="0" marL="0">
              <a:buNone/>
            </a:pPr>
            <a:r>
              <a:rPr/>
              <a:t>Practice the sequence on FieldPulse where inputs are validated</a:t>
            </a:r>
          </a:p>
          <a:p>
            <a:pPr lvl="0" indent="0" marL="0">
              <a:buNone/>
            </a:pPr>
            <a:r>
              <a:rPr/>
              <a:t>Lock the Holocron scope slice through the 5-question scoping test</a:t>
            </a:r>
          </a:p>
          <a:p>
            <a:pPr lvl="0" indent="0" marL="0">
              <a:buNone/>
            </a:pPr>
            <a:r>
              <a:rPr/>
              <a:t>Plan the discovery work needed before tomorrow’s compressed Product Requirements Document (PRD)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Pin the 5-artifact set + the Holocron brief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Capstone subject confirmation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Walk through AI Spec template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Run 5-prompt sequence on FieldPulse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Wrap</a:t>
            </a:r>
          </a:p>
          <a:p>
            <a:pPr lvl="0" indent="0" marL="0">
              <a:buNone/>
            </a:pPr>
            <a:r>
              <a:rPr/>
              <a:t>Capstone discovery plan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Capstone Subject Confirmation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 questions; refine or commit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The 5 Scoping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Can you state the problem in one sentence an engineer could scope from?</a:t>
            </a:r>
          </a:p>
          <a:p>
            <a:pPr lvl="0" indent="0" marL="0">
              <a:buNone/>
            </a:pPr>
            <a:r>
              <a:rPr/>
              <a:t>Who is it for first — and why them?</a:t>
            </a:r>
          </a:p>
          <a:p>
            <a:pPr lvl="0" indent="0" marL="0">
              <a:buNone/>
            </a:pPr>
            <a:r>
              <a:rPr/>
              <a:t>Is the slice substantive but bounded?</a:t>
            </a:r>
          </a:p>
          <a:p>
            <a:pPr lvl="0" indent="0" marL="0">
              <a:buNone/>
            </a:pPr>
            <a:r>
              <a:rPr/>
              <a:t>Evidence, not invention — does every claim trace to the brief?</a:t>
            </a:r>
          </a:p>
          <a:p>
            <a:pPr lvl="0" indent="0" marL="0">
              <a:buNone/>
            </a:pPr>
            <a:r>
              <a:rPr/>
              <a:t>Can we ship the artifact set in 4 days?</a:t>
            </a:r>
          </a:p>
          <a:p>
            <a:pPr lvl="0" indent="0" marL="0">
              <a:buNone/>
            </a:pPr>
            <a:r>
              <a:rPr/>
              <a:t>If 1+ is “no”: narrow the slice. Trying to specify the whole platform produces a thin capstone.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Holocron Scoping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45 minutes</a:t>
            </a:r>
          </a:p>
          <a:p>
            <a:pPr lvl="0" indent="0" marL="0">
              <a:buNone/>
            </a:pPr>
            <a:r>
              <a:rPr/>
              <a:t>5 min: re-read the problem brief</a:t>
            </a:r>
          </a:p>
          <a:p>
            <a:pPr lvl="0" indent="0" marL="0">
              <a:buNone/>
            </a:pPr>
            <a:r>
              <a:rPr/>
              <a:t>15 min: 5-question scoping test</a:t>
            </a:r>
          </a:p>
          <a:p>
            <a:pPr lvl="0" indent="0" marL="0">
              <a:buNone/>
            </a:pPr>
            <a:r>
              <a:rPr/>
              <a:t>10 min: draw the in/out scope line</a:t>
            </a:r>
          </a:p>
          <a:p>
            <a:pPr lvl="0" indent="0" marL="0">
              <a:buNone/>
            </a:pPr>
            <a:r>
              <a:rPr/>
              <a:t>5 min: list inputs needed</a:t>
            </a:r>
          </a:p>
          <a:p>
            <a:pPr lvl="0" indent="0" marL="0">
              <a:buNone/>
            </a:pPr>
            <a:r>
              <a:rPr/>
              <a:t>⏱ 5 + 15 + 10 + 5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The AI Spec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it is, what it isn’t, what’s in the template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✅❌ AI Spec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Is</a:t>
            </a:r>
          </a:p>
          <a:p>
            <a:pPr lvl="0" indent="0" marL="0">
              <a:buNone/>
            </a:pPr>
            <a:r>
              <a:rPr/>
              <a:t>Is not</a:t>
            </a:r>
          </a:p>
          <a:p>
            <a:pPr lvl="0" indent="0" marL="0">
              <a:buNone/>
            </a:pPr>
            <a:r>
              <a:rPr/>
              <a:t>Structured sequence of validated prompts</a:t>
            </a:r>
          </a:p>
          <a:p>
            <a:pPr lvl="0" indent="0" marL="0">
              <a:buNone/>
            </a:pPr>
            <a:r>
              <a:rPr/>
              <a:t>“Just paste everything and summarize”</a:t>
            </a:r>
          </a:p>
          <a:p>
            <a:pPr lvl="0" indent="0" marL="0">
              <a:buNone/>
            </a:pPr>
            <a:r>
              <a:rPr/>
              <a:t>Anchored on PRD/TCD/TMD/SEP/DP outputs</a:t>
            </a:r>
          </a:p>
          <a:p>
            <a:pPr lvl="0" indent="0" marL="0">
              <a:buNone/>
            </a:pPr>
            <a:r>
              <a:rPr/>
              <a:t>Replacing the artifact set</a:t>
            </a:r>
          </a:p>
          <a:p>
            <a:pPr lvl="0" indent="0" marL="0">
              <a:buNone/>
            </a:pPr>
            <a:r>
              <a:rPr/>
              <a:t>Disciplined: every output validated</a:t>
            </a:r>
          </a:p>
          <a:p>
            <a:pPr lvl="0" indent="0" marL="0">
              <a:buNone/>
            </a:pPr>
            <a:r>
              <a:rPr/>
              <a:t>Trust the AI’s output</a:t>
            </a:r>
          </a:p>
          <a:p>
            <a:pPr lvl="0" indent="0" marL="0">
              <a:buNone/>
            </a:pPr>
            <a:r>
              <a:rPr/>
              <a:t>Iterative: 4–6 prompts in sequence</a:t>
            </a:r>
          </a:p>
          <a:p>
            <a:pPr lvl="0" indent="0" marL="0">
              <a:buNone/>
            </a:pPr>
            <a:r>
              <a:rPr/>
              <a:t>One mega-prompt</a:t>
            </a:r>
          </a:p>
          <a:p>
            <a:pPr lvl="0" indent="0" marL="0">
              <a:buNone/>
            </a:pPr>
            <a:r>
              <a:rPr/>
              <a:t>Engineering-ready output</a:t>
            </a:r>
          </a:p>
          <a:p>
            <a:pPr lvl="0" indent="0" marL="0">
              <a:buNone/>
            </a:pPr>
            <a:r>
              <a:rPr/>
              <a:t>A pretty draft for stakeholders</a:t>
            </a:r>
          </a:p>
          <a:p>
            <a:pPr lvl="0" indent="0" marL="0">
              <a:buNone/>
            </a:pPr>
            <a:r>
              <a:rPr/>
              <a:t>Always paired with provenance log</a:t>
            </a:r>
          </a:p>
          <a:p>
            <a:pPr lvl="0" indent="0" marL="0">
              <a:buNone/>
            </a:pPr>
            <a:r>
              <a:rPr/>
              <a:t>Untracked AI use</a:t>
            </a:r>
          </a:p>
          <a:p>
            <a:pPr lvl="0" indent="0" marL="0">
              <a:buNone/>
            </a:pPr>
            <a:r>
              <a:rPr/>
              <a:t>Senior TPMs use this to draft, not to think. Judgment shapes every section; AI accelerates the typing. Its inputs: the Technical Concept Document (TCD), Technical Modeling Document (TMD), Stakeholder Engagement Plan (SEP), and Delivery Plan (DP).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AI Spec Template (8 sections)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Headline — one sentence</a:t>
            </a:r>
          </a:p>
          <a:p>
            <a:pPr lvl="0" indent="0" marL="0">
              <a:buNone/>
            </a:pPr>
            <a:r>
              <a:rPr/>
              <a:t>Engineering-ready summary — 3–5 paragraphs</a:t>
            </a:r>
          </a:p>
          <a:p>
            <a:pPr lvl="0" indent="0" marL="0">
              <a:buNone/>
            </a:pPr>
            <a:r>
              <a:rPr/>
              <a:t>Data + API contract</a:t>
            </a:r>
          </a:p>
          <a:p>
            <a:pPr lvl="0" indent="0" marL="0">
              <a:buNone/>
            </a:pPr>
            <a:r>
              <a:rPr/>
              <a:t>Sequence + failure handling</a:t>
            </a:r>
          </a:p>
          <a:p>
            <a:pPr lvl="0" indent="0" marL="0">
              <a:buNone/>
            </a:pPr>
            <a:r>
              <a:rPr/>
              <a:t>Constraints (perf / sec / compliance / a11y)</a:t>
            </a:r>
          </a:p>
          <a:p>
            <a:pPr lvl="0" indent="0" marL="0">
              <a:buNone/>
            </a:pPr>
            <a:r>
              <a:rPr/>
              <a:t>Decisions made (and not made)</a:t>
            </a:r>
          </a:p>
          <a:p>
            <a:pPr lvl="0" indent="0" marL="0">
              <a:buNone/>
            </a:pPr>
            <a:r>
              <a:rPr/>
              <a:t>Stakeholders + sign-off</a:t>
            </a:r>
          </a:p>
          <a:p>
            <a:pPr lvl="0" indent="0" marL="0">
              <a:buNone/>
            </a:pPr>
            <a:r>
              <a:rPr/>
              <a:t>Provenance log</a:t>
            </a:r>
          </a:p>
          <a:p>
            <a:pPr lvl="0" indent="0" marL="0">
              <a:buNone/>
            </a:pPr>
            <a:r>
              <a:rPr/>
              <a:t>Shorter than the sum of its inputs. The synthesis with citations to the deeper artifacts.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Walk the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50 minutes</a:t>
            </a:r>
          </a:p>
          <a:p>
            <a:pPr lvl="0" indent="0" marL="0">
              <a:buNone/>
            </a:pPr>
            <a:r>
              <a:rPr/>
              <a:t>5 min: read template</a:t>
            </a:r>
          </a:p>
          <a:p>
            <a:pPr lvl="0" indent="0" marL="0">
              <a:buNone/>
            </a:pPr>
            <a:r>
              <a:rPr/>
              <a:t>30 min: walk each section, map to input artifacts</a:t>
            </a:r>
          </a:p>
          <a:p>
            <a:pPr lvl="0" indent="0" marL="0">
              <a:buNone/>
            </a:pPr>
            <a:r>
              <a:rPr/>
              <a:t>5 min: identify “section we’ll struggle with” + counter-measure</a:t>
            </a:r>
          </a:p>
          <a:p>
            <a:pPr lvl="0" indent="0" marL="0">
              <a:buNone/>
            </a:pPr>
            <a:r>
              <a:rPr/>
              <a:t>⏱ 5 + 30 + 5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The 5-Prompt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Each prompt has a job + validation step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🤖 The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#</a:t>
            </a:r>
          </a:p>
          <a:p>
            <a:pPr lvl="0" indent="0" marL="0">
              <a:buNone/>
            </a:pPr>
            <a:r>
              <a:rPr/>
              <a:t>Prompt job</a:t>
            </a:r>
          </a:p>
          <a:p>
            <a:pPr lvl="0" indent="0" marL="0">
              <a:buNone/>
            </a:pPr>
            <a:r>
              <a:rPr/>
              <a:t>Inputs</a:t>
            </a:r>
          </a:p>
          <a:p>
            <a:pPr lvl="0" indent="0" marL="0">
              <a:buNone/>
            </a:pPr>
            <a:r>
              <a:rPr/>
              <a:t>1</a:t>
            </a:r>
          </a:p>
          <a:p>
            <a:pPr lvl="0" indent="0" marL="0">
              <a:buNone/>
            </a:pPr>
            <a:r>
              <a:rPr/>
              <a:t>Headline + summary</a:t>
            </a:r>
          </a:p>
          <a:p>
            <a:pPr lvl="0" indent="0" marL="0">
              <a:buNone/>
            </a:pPr>
            <a:r>
              <a:rPr/>
              <a:t>PRD Sections 1–5, TCD Section 1, TMD Section 3</a:t>
            </a:r>
          </a:p>
          <a:p>
            <a:pPr lvl="0" indent="0" marL="0">
              <a:buNone/>
            </a:pPr>
            <a:r>
              <a:rPr/>
              <a:t>2</a:t>
            </a:r>
          </a:p>
          <a:p>
            <a:pPr lvl="0" indent="0" marL="0">
              <a:buNone/>
            </a:pPr>
            <a:r>
              <a:rPr/>
              <a:t>Data + API synthesis</a:t>
            </a:r>
          </a:p>
          <a:p>
            <a:pPr lvl="0" indent="0" marL="0">
              <a:buNone/>
            </a:pPr>
            <a:r>
              <a:rPr/>
              <a:t>TMD Section 1 + TMD Section 3</a:t>
            </a:r>
          </a:p>
          <a:p>
            <a:pPr lvl="0" indent="0" marL="0">
              <a:buNone/>
            </a:pPr>
            <a:r>
              <a:rPr/>
              <a:t>3</a:t>
            </a:r>
          </a:p>
          <a:p>
            <a:pPr lvl="0" indent="0" marL="0">
              <a:buNone/>
            </a:pPr>
            <a:r>
              <a:rPr/>
              <a:t>Sequence + failure</a:t>
            </a:r>
          </a:p>
          <a:p>
            <a:pPr lvl="0" indent="0" marL="0">
              <a:buNone/>
            </a:pPr>
            <a:r>
              <a:rPr/>
              <a:t>TMD Section 4</a:t>
            </a:r>
          </a:p>
          <a:p>
            <a:pPr lvl="0" indent="0" marL="0">
              <a:buNone/>
            </a:pPr>
            <a:r>
              <a:rPr/>
              <a:t>4</a:t>
            </a:r>
          </a:p>
          <a:p>
            <a:pPr lvl="0" indent="0" marL="0">
              <a:buNone/>
            </a:pPr>
            <a:r>
              <a:rPr/>
              <a:t>Constraints</a:t>
            </a:r>
          </a:p>
          <a:p>
            <a:pPr lvl="0" indent="0" marL="0">
              <a:buNone/>
            </a:pPr>
            <a:r>
              <a:rPr/>
              <a:t>TCD Section 3 + TCD Section 4 + PRD Section 7</a:t>
            </a:r>
          </a:p>
          <a:p>
            <a:pPr lvl="0" indent="0" marL="0">
              <a:buNone/>
            </a:pPr>
            <a:r>
              <a:rPr/>
              <a:t>5</a:t>
            </a:r>
          </a:p>
          <a:p>
            <a:pPr lvl="0" indent="0" marL="0">
              <a:buNone/>
            </a:pPr>
            <a:r>
              <a:rPr/>
              <a:t>Decisions + stakeholders</a:t>
            </a:r>
          </a:p>
          <a:p>
            <a:pPr lvl="0" indent="0" marL="0">
              <a:buNone/>
            </a:pPr>
            <a:r>
              <a:rPr/>
              <a:t>TCD Section 5 + TCD Section 6 + SEP Section 1</a:t>
            </a:r>
          </a:p>
          <a:p>
            <a:pPr lvl="0" indent="0" marL="0">
              <a:buNone/>
            </a:pPr>
            <a:r>
              <a:rPr/>
              <a:t>Each prompt validates before the next runs. The validation chain is what keeps the AI Spec honest.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Validation Discipline (cumulative from Wk 5 D5)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Cross-checked all citations — best</a:t>
            </a:r>
          </a:p>
          <a:p>
            <a:pPr lvl="0" indent="0" marL="0">
              <a:buNone/>
            </a:pPr>
            <a:r>
              <a:rPr/>
              <a:t>Spot-checked — rougher</a:t>
            </a:r>
          </a:p>
          <a:p>
            <a:pPr lvl="0" indent="0" marL="0">
              <a:buNone/>
            </a:pPr>
            <a:r>
              <a:rPr/>
              <a:t>Adopted with rationale — correctness self-evident</a:t>
            </a:r>
          </a:p>
          <a:p>
            <a:pPr lvl="0" indent="0" marL="0">
              <a:buNone/>
            </a:pPr>
            <a:r>
              <a:rPr/>
              <a:t>Pending — track to closure</a:t>
            </a:r>
          </a:p>
          <a:p>
            <a:pPr lvl="0" indent="0" marL="0">
              <a:buNone/>
            </a:pPr>
            <a:r>
              <a:rPr/>
              <a:t>Rejected — cut</a:t>
            </a:r>
          </a:p>
          <a:p>
            <a:pPr lvl="0" indent="0" marL="0">
              <a:buNone/>
            </a:pPr>
            <a:r>
              <a:rPr/>
              <a:t>Skip the validation step and you ship hallucinated specs. Catastrophic in real engineering.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Run on FieldPulse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50 minutes</a:t>
            </a:r>
          </a:p>
          <a:p>
            <a:pPr lvl="0" indent="0" marL="0">
              <a:buNone/>
            </a:pPr>
            <a:r>
              <a:rPr/>
              <a:t>30 min: run 5 prompts in sequence; validate each output</a:t>
            </a:r>
          </a:p>
          <a:p>
            <a:pPr lvl="0" indent="0" marL="0">
              <a:buNone/>
            </a:pPr>
            <a:r>
              <a:rPr/>
              <a:t>10 min: assemble the AI Spec + provenance log</a:t>
            </a:r>
          </a:p>
          <a:p>
            <a:pPr lvl="0" indent="0" marL="0">
              <a:buNone/>
            </a:pPr>
            <a:r>
              <a:rPr/>
              <a:t>⏱ 30 + 10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Capstone Discovery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you need to gather before tomorrow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4 Discovery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Customer signal — interviews, support data, public reviews</a:t>
            </a:r>
          </a:p>
          <a:p>
            <a:pPr lvl="0" indent="0" marL="0">
              <a:buNone/>
            </a:pPr>
            <a:r>
              <a:rPr/>
              <a:t>Strategic context — why this matters, what’s been tried</a:t>
            </a:r>
          </a:p>
          <a:p>
            <a:pPr lvl="0" indent="0" marL="0">
              <a:buNone/>
            </a:pPr>
            <a:r>
              <a:rPr/>
              <a:t>System inputs — existing docs, codebase access, related artifacts</a:t>
            </a:r>
          </a:p>
          <a:p>
            <a:pPr lvl="0" indent="0" marL="0">
              <a:buNone/>
            </a:pPr>
            <a:r>
              <a:rPr/>
              <a:t>Stakeholder signal — who has opinions; what are they</a:t>
            </a:r>
          </a:p>
          <a:p>
            <a:pPr lvl="0" indent="0" marL="0">
              <a:buNone/>
            </a:pPr>
            <a:r>
              <a:rPr/>
              <a:t>“We don’t have this and can’t get it” — document honestly. Mark for AI-augmented hypothesis tomorrow with extra validation.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🤖 Capstone Plan AI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Role: Capstone advisor for a TPM cohort.
Context: &lt;Holocron scope slice + 5-question scoping assessment +
declared inputs needed&gt;
Task: Identify 3 risks in the capstone plan:
1. A customer signal source likely insufficient
2. A scope dimension likely too ambitious for 4 days
3. A stakeholder whose buy-in we'll need but didn't list
Constraints:
- Be specific to the subject given
- Suggest a concrete adjustment per risk
Format: 3 numbered findings.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Discovery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55 minutes • Wrap</a:t>
            </a:r>
          </a:p>
          <a:p>
            <a:pPr lvl="0" indent="0" marL="0">
              <a:buNone/>
            </a:pPr>
            <a:r>
              <a:rPr/>
              <a:t>10 min: list inputs needed (4 categories)</a:t>
            </a:r>
          </a:p>
          <a:p>
            <a:pPr lvl="0" indent="0" marL="0">
              <a:buNone/>
            </a:pPr>
            <a:r>
              <a:rPr/>
              <a:t>10 min: distribute work across quad</a:t>
            </a:r>
          </a:p>
          <a:p>
            <a:pPr lvl="0" indent="0" marL="0">
              <a:buNone/>
            </a:pPr>
            <a:r>
              <a:rPr/>
              <a:t>5 min: deadline for inputs gathered</a:t>
            </a:r>
          </a:p>
          <a:p>
            <a:pPr lvl="0" indent="0" marL="0">
              <a:buNone/>
            </a:pPr>
            <a:r>
              <a:rPr/>
              <a:t>10 min: identify “we don’t have this” honestly</a:t>
            </a:r>
          </a:p>
          <a:p>
            <a:pPr lvl="0" indent="0" marL="0">
              <a:buNone/>
            </a:pPr>
            <a:r>
              <a:rPr/>
              <a:t>10 min: AI risk-check + adjustments</a:t>
            </a:r>
          </a:p>
          <a:p>
            <a:pPr lvl="0" indent="0" marL="0">
              <a:buNone/>
            </a:pPr>
            <a:r>
              <a:rPr/>
              <a:t>⏱ 10 + 10 + 5 + 10 + 10 · 15-min wrap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1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AI Spec template (8 sections)</a:t>
            </a:r>
          </a:p>
          <a:p>
            <a:pPr lvl="0" indent="0" marL="0">
              <a:buNone/>
            </a:pPr>
            <a:r>
              <a:rPr/>
              <a:t>5-prompt sequence with validation</a:t>
            </a:r>
          </a:p>
          <a:p>
            <a:pPr lvl="0" indent="0" marL="0">
              <a:buNone/>
            </a:pPr>
            <a:r>
              <a:rPr/>
              <a:t>FieldPulse practice run</a:t>
            </a:r>
          </a:p>
          <a:p>
            <a:pPr lvl="0" indent="0" marL="0">
              <a:buNone/>
            </a:pPr>
            <a:r>
              <a:rPr/>
              <a:t>Locked Holocron scope slice</a:t>
            </a:r>
          </a:p>
          <a:p>
            <a:pPr lvl="0" indent="0" marL="0">
              <a:buNone/>
            </a:pPr>
            <a:r>
              <a:rPr/>
              <a:t>Discovery plan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Capstone discovery + compressed PRD</a:t>
            </a:r>
          </a:p>
          <a:p>
            <a:pPr lvl="0" indent="0" marL="0">
              <a:buNone/>
            </a:pPr>
            <a:r>
              <a:rPr/>
              <a:t>Customer interviews / signal</a:t>
            </a:r>
          </a:p>
          <a:p>
            <a:pPr lvl="0" indent="0" marL="0">
              <a:buNone/>
            </a:pPr>
            <a:r>
              <a:rPr/>
              <a:t>PRD-light (sections 1–7)</a:t>
            </a:r>
          </a:p>
          <a:p>
            <a:pPr lvl="0" indent="0" marL="0">
              <a:buNone/>
            </a:pPr>
            <a:r>
              <a:rPr/>
              <a:t>Bring to Day 2: All discovery inputs gathered. Tomorrow we draft the capstone PRD.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Which input does your capstone need that you don’t yet have?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2026-08-10T21:39:03Z</dcterms:created>
  <dcterms:modified xsi:type="dcterms:W3CDTF">2026-08-10T21:39:03Z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