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confirm your real-world capstone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the AI Spec pattern installed + a confirmed capstone subject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refine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refine subject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triad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capstone subject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Confirm the capstone subject through the 5-question fit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capstone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Capstone-Fit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we have a real customer? (interviews / observation / data)</a:t>
            </a:r>
          </a:p>
          <a:p>
            <a:pPr lvl="0" indent="0" marL="0">
              <a:buNone/>
            </a:pPr>
            <a:r>
              <a:rPr/>
              <a:t>Is the scope substantive enough?</a:t>
            </a:r>
          </a:p>
          <a:p>
            <a:pPr lvl="0" indent="0" marL="0">
              <a:buNone/>
            </a:pPr>
            <a:r>
              <a:rPr/>
              <a:t>Is it different enough from FieldPulse to test transferability?</a:t>
            </a:r>
          </a:p>
          <a:p>
            <a:pPr lvl="0" indent="0" marL="0">
              <a:buNone/>
            </a:pPr>
            <a:r>
              <a:rPr/>
              <a:t>Can we discuss it publicly?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refine or pick a backup. A subject that fails this test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declared candidate</a:t>
            </a:r>
          </a:p>
          <a:p>
            <a:pPr lvl="0" indent="0" marL="0">
              <a:buNone/>
            </a:pPr>
            <a:r>
              <a:rPr/>
              <a:t>15 min: 5-question fit test</a:t>
            </a:r>
          </a:p>
          <a:p>
            <a:pPr lvl="0" indent="0" marL="0">
              <a:buNone/>
            </a:pPr>
            <a:r>
              <a:rPr/>
              <a:t>10 min: adjust or commit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30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+ 30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§§1–5, TCD §1, TMD §3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§1 + TMD §3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§3 + TCD §4 + PRD §7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§5 + TCD §6 + SEP §1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30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Capstone Plan AI Check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triad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10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Confirmed capstone subject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2026-05-28T13:03:59Z</dcterms:created>
  <dcterms:modified xsi:type="dcterms:W3CDTF">2026-05-28T13:03:59Z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