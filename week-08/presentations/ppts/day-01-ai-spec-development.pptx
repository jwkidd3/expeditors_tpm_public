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quad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15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Capstone advisor for a TPM cohort.
Context: &lt;Holocron scope slice + 5-question scoping assessment +
declared inputs needed&gt;
Task: Identify 3 risks in the capstone plan:
1. A customer signal source likely insufficient
2. A scope dimension likely too ambitious for 4 days
3. A stakeholder whose buy-in we'll need but didn't list
Constraints:
- Be specific to the subject given
- Suggest a concrete adjustment per risk
Format: 3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quad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2026-08-07T22:16:50Z</dcterms:created>
  <dcterms:modified xsi:type="dcterms:W3CDTF">2026-08-07T22:16:50Z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