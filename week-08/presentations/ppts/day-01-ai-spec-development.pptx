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Product Requirements Document (PRD)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Can you state the core problem in one sentence an engineer could scope from?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 Its inputs: the Technical Concept Document (TCD), Technical Modeling Document (TMD), Stakeholder Engagement Plan (SEP), and Delivery Plan (DP).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Sections 1–5, TCD Section 1, TMD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Section 1 + TMD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Section 3 + TCD Section 4 + PRD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Section 5 + TCD Section 6 + SEP Section 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2026-07-22T12:59:39Z</dcterms:created>
  <dcterms:modified xsi:type="dcterms:W3CDTF">2026-07-22T12:59:39Z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