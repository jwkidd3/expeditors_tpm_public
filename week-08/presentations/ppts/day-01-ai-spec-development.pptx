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lock your Holocron scope slice.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the AI Spec pattern installed + a locked Holocron scope slice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narrow the slice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narrow the slice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quad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Holocron problem + scope line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Lock the Holocron scope slice through the 5-question scoping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the Holocron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Scoping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you state the problem in one sentence an engineer could scope from?</a:t>
            </a:r>
          </a:p>
          <a:p>
            <a:pPr lvl="0" indent="0" marL="0">
              <a:buNone/>
            </a:pPr>
            <a:r>
              <a:rPr/>
              <a:t>Who is it for first — and why them?</a:t>
            </a:r>
          </a:p>
          <a:p>
            <a:pPr lvl="0" indent="0" marL="0">
              <a:buNone/>
            </a:pPr>
            <a:r>
              <a:rPr/>
              <a:t>Is the slice substantive but bounded?</a:t>
            </a:r>
          </a:p>
          <a:p>
            <a:pPr lvl="0" indent="0" marL="0">
              <a:buNone/>
            </a:pPr>
            <a:r>
              <a:rPr/>
              <a:t>Evidence, not invention — does every claim trace to the brief?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narrow the slice. Trying to specify the whole platform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Holocron Scoping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re-read the problem brief</a:t>
            </a:r>
          </a:p>
          <a:p>
            <a:pPr lvl="0" indent="0" marL="0">
              <a:buNone/>
            </a:pPr>
            <a:r>
              <a:rPr/>
              <a:t>25 min: 5-question scoping test</a:t>
            </a:r>
          </a:p>
          <a:p>
            <a:pPr lvl="0" indent="0" marL="0">
              <a:buNone/>
            </a:pPr>
            <a:r>
              <a:rPr/>
              <a:t>10 min: draw the in/out scope line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+ 25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 Its inputs: the Technical Concept Document (TCD), Technical Modeling Document (TMD), Stakeholder Engagement Plan (SEP), and Delivery Plan (DP).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40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+ 40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40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40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Capstone advisor for a TPM cohort.
Context: &lt;Holocron scope slice + 5-question scoping assessment +
declared inputs needed&gt;
Task: Identify 3 risks in the capstone plan:
1. A customer signal source likely insufficient
2. A scope dimension likely too ambitious for 4 days
3. A stakeholder whose buy-in we'll need but didn't list
Constraints:
- Be specific to the subject given
- Suggest a concrete adjustment per risk
Format: 3 numbered findings.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quad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20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Locked Holocron scope slice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2026-08-23T18:36:50Z</dcterms:created>
  <dcterms:modified xsi:type="dcterms:W3CDTF">2026-08-23T18:36:50Z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