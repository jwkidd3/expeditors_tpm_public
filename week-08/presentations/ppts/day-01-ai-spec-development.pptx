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lock your Holocron scope slice.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the AI Spec pattern installed + a locked Holocron scope slice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narrow the slice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narrow the slice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triad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Holocron problem + scope line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Lock the Holocron scope slice through the 5-question scoping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the Holocron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Scoping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you state the problem in one sentence an engineer could scope from?</a:t>
            </a:r>
          </a:p>
          <a:p>
            <a:pPr lvl="0" indent="0" marL="0">
              <a:buNone/>
            </a:pPr>
            <a:r>
              <a:rPr/>
              <a:t>Who is it for first — and why them?</a:t>
            </a:r>
          </a:p>
          <a:p>
            <a:pPr lvl="0" indent="0" marL="0">
              <a:buNone/>
            </a:pPr>
            <a:r>
              <a:rPr/>
              <a:t>Is the slice substantive but bounded?</a:t>
            </a:r>
          </a:p>
          <a:p>
            <a:pPr lvl="0" indent="0" marL="0">
              <a:buNone/>
            </a:pPr>
            <a:r>
              <a:rPr/>
              <a:t>Evidence, not invention — does every claim trace to the brief?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narrow the slice. Trying to specify the whole platform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Holocron Scoping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the problem brief</a:t>
            </a:r>
          </a:p>
          <a:p>
            <a:pPr lvl="0" indent="0" marL="0">
              <a:buNone/>
            </a:pPr>
            <a:r>
              <a:rPr/>
              <a:t>15 min: 5-question scoping test</a:t>
            </a:r>
          </a:p>
          <a:p>
            <a:pPr lvl="0" indent="0" marL="0">
              <a:buNone/>
            </a:pPr>
            <a:r>
              <a:rPr/>
              <a:t>10 min: draw the in/out scope line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 Its inputs: the Technical Concept Document (TCD), Technical Modeling Document (TMD), Stakeholder Engagement Plan (SEP), and Delivery Plan (DP).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30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+ 30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Sections 1–5, TCD Section 1, TMD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Section 1 + TMD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Section 3 + TCD Section 4 + PRD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Section 5 + TCD Section 6 + SEP Section 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30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Capstone Plan AI Check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triad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10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Locked Holocron scope slice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2026-07-27T15:20:19Z</dcterms:created>
  <dcterms:modified xsi:type="dcterms:W3CDTF">2026-07-27T15:20:19Z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