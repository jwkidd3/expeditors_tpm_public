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Signal first, then persona, then pain. The Discovery Signal Pack is the starting set; teams extend it with the real Holocron stakeholders (Content Owner, Engineer, Legal/Compliance, Architecture). The “do not invent” rule is the discipline that separates a grounded PRD from a fictional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Ground in Customer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your discovery into three buckets — start from the Discovery Signal Pack, then add what you confirm firsthand with the real stakeholders.</a:t>
            </a:r>
          </a:p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What goes here</a:t>
            </a:r>
          </a:p>
          <a:p>
            <a:pPr lvl="0" indent="0" marL="0">
              <a:buNone/>
            </a:pPr>
            <a:r>
              <a:rPr/>
              <a:t>Direct signal</a:t>
            </a:r>
          </a:p>
          <a:p>
            <a:pPr lvl="0" indent="0" marL="0">
              <a:buNone/>
            </a:pPr>
            <a:r>
              <a:rPr/>
              <a:t>Interviews, support tickets, observation, usage data</a:t>
            </a:r>
          </a:p>
          <a:p>
            <a:pPr lvl="0" indent="0" marL="0">
              <a:buNone/>
            </a:pPr>
            <a:r>
              <a:rPr/>
              <a:t>Indirect signal</a:t>
            </a:r>
          </a:p>
          <a:p>
            <a:pPr lvl="0" indent="0" marL="0">
              <a:buNone/>
            </a:pPr>
            <a:r>
              <a:rPr/>
              <a:t>Public reviews, competitor analysis, internal Slack</a:t>
            </a:r>
          </a:p>
          <a:p>
            <a:pPr lvl="0" indent="0" marL="0">
              <a:buNone/>
            </a:pPr>
            <a:r>
              <a:rPr/>
              <a:t>What’s missing</a:t>
            </a:r>
          </a:p>
          <a:p>
            <a:pPr lvl="0" indent="0" marL="0">
              <a:buNone/>
            </a:pPr>
            <a:r>
              <a:rPr/>
              <a:t>Be honest — the open questions to confirm with stakeholders</a:t>
            </a:r>
          </a:p>
          <a:p>
            <a:pPr lvl="0" indent="0" marL="0">
              <a:buNone/>
            </a:pPr>
            <a:r>
              <a:rPr/>
              <a:t>Do not invent customer signal — ground every claim in the pack or a source you confirm.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**Persona:** &lt;role + segment&gt;
**Job-to-be-done:** &lt;verb-based, in their language&gt;
**Why it's hard today:** &lt;specific friction; quote a real customer
if possible&gt;</a:t>
            </a:r>
          </a:p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 members solo-draft first. Pick the strongest. Then apply AI to tighten.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Editor for a TPM's PRD context section.
Context: &lt;quad's draft Section 1 + discovery summary&gt;
Task: Tighten this section to ½ page max. Preserve the
customer quote. Preserve the strategic anchor. Cut anything
that sounds like marketing language.
Constraints:
- Do not invent customer signal
- Flag any claim that needs source backing
Format: Tightened Section 1 + a "what I cut" note.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Section 1 + Section 2 (solo drafts → quad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25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+ 25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compressed PRD.
Context: &lt;paste PRD-light Sections 1–7&gt;
Task: Identify 5 issues:
1. A claim that lacks evidence
2. A goal that's actually an output
3. A non-goal that's missing
4. An AC that's untestable or vague
5. An NFR that's boilerplate
Constraints:
- Be specific
- Suggest a concrete fix
Format: 5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30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+ 30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2026-08-28T15:29:17Z</dcterms:created>
  <dcterms:modified xsi:type="dcterms:W3CDTF">2026-08-28T15:29:17Z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