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Section 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Jobs To Be Done (JTBD) / pain points for Holocron</a:t>
            </a:r>
          </a:p>
          <a:p>
            <a:pPr lvl="0" indent="0" marL="0">
              <a:buNone/>
            </a:pPr>
            <a:r>
              <a:rPr/>
              <a:t>Draft the compressed Product Requirements Document (PRD-light) Sections 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Sections 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Sections 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45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Section 1 Context (½ page)</a:t>
            </a:r>
          </a:p>
          <a:p>
            <a:pPr lvl="0" indent="0" marL="0">
              <a:buNone/>
            </a:pPr>
            <a:r>
              <a:rPr/>
              <a:t>Section 2 Problem (½ page)</a:t>
            </a:r>
          </a:p>
          <a:p>
            <a:pPr lvl="0" indent="0" marL="0">
              <a:buNone/>
            </a:pPr>
            <a:r>
              <a:rPr/>
              <a:t>Section 3 Goals + non-goals (½ page)</a:t>
            </a:r>
          </a:p>
          <a:p>
            <a:pPr lvl="0" indent="0" marL="0">
              <a:buNone/>
            </a:pPr>
            <a:r>
              <a:rPr/>
              <a:t>Section 4 Scope (in/out table)</a:t>
            </a:r>
          </a:p>
          <a:p>
            <a:pPr lvl="0" indent="0" marL="0">
              <a:buNone/>
            </a:pPr>
            <a:r>
              <a:rPr/>
              <a:t>Section 5 Solution sketch (½ page)</a:t>
            </a:r>
          </a:p>
          <a:p>
            <a:pPr lvl="0" indent="0" marL="0">
              <a:buNone/>
            </a:pPr>
            <a:r>
              <a:rPr/>
              <a:t>Section 6 Top 6–8 acceptance criteria (ACs)</a:t>
            </a:r>
          </a:p>
          <a:p>
            <a:pPr lvl="0" indent="0" marL="0">
              <a:buNone/>
            </a:pPr>
            <a:r>
              <a:rPr/>
              <a:t>Section 7 Top 5 non-functional requirements (NFRs), one per category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**Persona:** &lt;role + segment&gt;
**Job-to-be-done:** &lt;verb-based, in their language&gt;
**Why it's hard today:** &lt;specific friction; quote a real customer
if possible&gt;</a:t>
            </a:r>
          </a:p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10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 members solo-draft first. Pick the strongest. Then apply AI to tighten.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Editor for a TPM's PRD context section.
Context: &lt;quad's draft Section 1 + discovery summary&gt;
Task: Tighten this section to ½ page max. Preserve the
customer quote. Preserve the strategic anchor. Cut anything
that sounds like marketing language.
Constraints:
- Do not invent customer signal
- Flag any claim that needs source backing
Format: Tightened Section 1 + a "what I cut" note.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Sections 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15 min: Section 1 + Section 2 (solo drafts → quad picks → AI tightens)</a:t>
            </a:r>
          </a:p>
          <a:p>
            <a:pPr lvl="0" indent="0" marL="0">
              <a:buNone/>
            </a:pPr>
            <a:r>
              <a:rPr/>
              <a:t>15 min: Section 3 goals + non-goals</a:t>
            </a:r>
          </a:p>
          <a:p>
            <a:pPr lvl="0" indent="0" marL="0">
              <a:buNone/>
            </a:pPr>
            <a:r>
              <a:rPr/>
              <a:t>10 min: Section 4 scope (in/out table)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(Web Content Accessibility Guidelines, 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Sections 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Section 5 solution sketch (no implementation)</a:t>
            </a:r>
          </a:p>
          <a:p>
            <a:pPr lvl="0" indent="0" marL="0">
              <a:buNone/>
            </a:pPr>
            <a:r>
              <a:rPr/>
              <a:t>15 min: Section 6 ACs (3 happy / 2 sad / 1 weird)</a:t>
            </a:r>
          </a:p>
          <a:p>
            <a:pPr lvl="0" indent="0" marL="0">
              <a:buNone/>
            </a:pPr>
            <a:r>
              <a:rPr/>
              <a:t>15 min: Section 7 NFRs (5 categories, one each)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PRD-Light Validation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reviewing a compressed PRD.
Context: &lt;paste PRD-light Sections 1–7&gt;
Task: Identify 5 issues:
1. A claim that lacks evidence
2. A goal that's actually an output
3. A non-goal that's missing
4. An AC that's untestable or vague
5. An NFR that's boilerplate
Constraints:
- Be specific
- Suggest a concrete fix
Format: 5 numbered findings.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20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+ 20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Sections 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Technical Concept Document (TCD-light) + Technical Modeling Document (TMD-light)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2026-08-10T21:39:05Z</dcterms:created>
  <dcterms:modified xsi:type="dcterms:W3CDTF">2026-08-10T21:39:05Z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