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**Persona:** &lt;role + segment&gt;
**Job-to-be-done:** &lt;verb-based, in their language&gt;
**Why it's hard today:** &lt;specific friction; quote a real customer
if possible&gt;</a:t>
            </a:r>
          </a:p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 members solo-draft first. Pick the strongest. Then apply AI to tighten.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Editor for a TPM's PRD context section.
Context: &lt;quad's draft Section 1 + discovery summary&gt;
Task: Tighten this section to ½ page max. Preserve the
customer quote. Preserve the strategic anchor. Cut anything
that sounds like marketing language.
Constraints:
- Do not invent customer signal
- Flag any claim that needs source backing
Format: Tightened Section 1 + a "what I cut" note.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Section 1 + Section 2 (solo drafts → quad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25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+ 25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compressed PRD.
Context: &lt;paste PRD-light Sections 1–7&gt;
Task: Identify 5 issues:
1. A claim that lacks evidence
2. A goal that's actually an output
3. A non-goal that's missing
4. An AC that's untestable or vague
5. An NFR that's boilerplate
Constraints:
- Be specific
- Suggest a concrete fix
Format: 5 numbered findings.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30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+ 30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2026-08-12T22:04:48Z</dcterms:created>
  <dcterms:modified xsi:type="dcterms:W3CDTF">2026-08-12T22:04:48Z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