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§5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§§1–7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§§1–4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§§5–7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§1 Context (½ page)</a:t>
            </a:r>
          </a:p>
          <a:p>
            <a:pPr lvl="0" indent="0" marL="0">
              <a:buNone/>
            </a:pPr>
            <a:r>
              <a:rPr/>
              <a:t>§2 Problem (½ page)</a:t>
            </a:r>
          </a:p>
          <a:p>
            <a:pPr lvl="0" indent="0" marL="0">
              <a:buNone/>
            </a:pPr>
            <a:r>
              <a:rPr/>
              <a:t>§3 Goals + non-goals (½ page)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(½ page)</a:t>
            </a:r>
          </a:p>
          <a:p>
            <a:pPr lvl="0" indent="0" marL="0">
              <a:buNone/>
            </a:pPr>
            <a:r>
              <a:rPr/>
              <a:t>§6 Top 6–8 ACs</a:t>
            </a:r>
          </a:p>
          <a:p>
            <a:pPr lvl="0" indent="0" marL="0">
              <a:buNone/>
            </a:pPr>
            <a:r>
              <a:rPr/>
              <a:t>§7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§1 + §2 (solo drafts → triad picks → AI tightens)</a:t>
            </a:r>
          </a:p>
          <a:p>
            <a:pPr lvl="0" indent="0" marL="0">
              <a:buNone/>
            </a:pPr>
            <a:r>
              <a:rPr/>
              <a:t>15 min: §3 goals + non-goals</a:t>
            </a:r>
          </a:p>
          <a:p>
            <a:pPr lvl="0" indent="0" marL="0">
              <a:buNone/>
            </a:pPr>
            <a:r>
              <a:rPr/>
              <a:t>10 min: §4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§5 solution sketch (no implementation)</a:t>
            </a:r>
          </a:p>
          <a:p>
            <a:pPr lvl="0" indent="0" marL="0">
              <a:buNone/>
            </a:pPr>
            <a:r>
              <a:rPr/>
              <a:t>15 min: §6 ACs (3 happy / 2 sad / 1 weird)</a:t>
            </a:r>
          </a:p>
          <a:p>
            <a:pPr lvl="0" indent="0" marL="0">
              <a:buNone/>
            </a:pPr>
            <a:r>
              <a:rPr/>
              <a:t>15 min: §7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§§1–7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2026-05-28T13:04:00Z</dcterms:created>
  <dcterms:modified xsi:type="dcterms:W3CDTF">2026-05-28T13:04:00Z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