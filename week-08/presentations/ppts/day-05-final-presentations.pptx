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triads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triad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Triads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Triads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Triads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triads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§11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Triads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triad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triad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triads</a:t>
            </a:r>
          </a:p>
          <a:p>
            <a:pPr lvl="0" indent="0" marL="0">
              <a:buNone/>
            </a:pPr>
            <a:r>
              <a:rPr/>
              <a:t>Don’t grade on a curve. If two triads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(PRD/TCD/TMD/SEP/DP/AI Spec) for use in your next role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2026-07-16T20:05:37Z</dcterms:created>
  <dcterms:modified xsi:type="dcterms:W3CDTF">2026-07-16T20:05:37Z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