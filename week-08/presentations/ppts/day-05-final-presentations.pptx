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quads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quad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Quads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Quads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Quads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quads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non-goals (PRD-light §3)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Quads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quad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quad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quads</a:t>
            </a:r>
          </a:p>
          <a:p>
            <a:pPr lvl="0" indent="0" marL="0">
              <a:buNone/>
            </a:pPr>
            <a:r>
              <a:rPr/>
              <a:t>Don’t grade on a curve. If two quads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Delivery Plan (DP), AI Spec — for use in your next role</a:t>
            </a:r>
          </a:p>
          <a:p>
            <a:pPr lvl="0" indent="0" marL="0">
              <a:buNone/>
            </a:pPr>
            <a:r>
              <a:rPr/>
              <a:t>Techniques — acceptance criteria (AC), non-functional requirements (NFRs), Service Level Objectives (SLOs), Azure DevOps (ADO), value stream mapping (VSM)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2026-08-12T22:04:53Z</dcterms:created>
  <dcterms:modified xsi:type="dcterms:W3CDTF">2026-08-12T22:04:53Z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