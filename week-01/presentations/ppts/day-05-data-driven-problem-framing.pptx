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triad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Within-triad peer read (not cross-triad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triad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triad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triad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triads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peer-within-triad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  <a:p>
            <a:pPr lvl="0" indent="0" marL="0">
              <a:buNone/>
            </a:pPr>
            <a:r>
              <a:rPr/>
              <a:t>This one-page brief is your Week 3 product requirements document (PRD) input.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Rule: AI can challenge the statement. AI does not get to write it. Ownership stays with the triad.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Run the pressure-test prompt. Then, as a triad: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45 minutes</a:t>
            </a:r>
          </a:p>
          <a:p>
            <a:pPr lvl="0" indent="0" marL="0">
              <a:buNone/>
            </a:pPr>
            <a:r>
              <a:rPr/>
              <a:t>Triads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triad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triad gets a score sheet from every peer triad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triad + 3 min score-sheet writing</a:t>
            </a:r>
          </a:p>
          <a:p>
            <a:pPr lvl="0" indent="0" marL="0">
              <a:buNone/>
            </a:pPr>
            <a:r>
              <a:rPr/>
              <a:t>Order is random (draw triad names). Between triads, a 3-minute quiet block for written feedback.</a:t>
            </a:r>
          </a:p>
          <a:p>
            <a:pPr lvl="0" indent="0" marL="0">
              <a:buNone/>
            </a:pPr>
            <a:r>
              <a:rPr/>
              <a:t>Presenting triad: follow the rehearsal structure</a:t>
            </a:r>
          </a:p>
          <a:p>
            <a:pPr lvl="0" indent="0" marL="0">
              <a:buNone/>
            </a:pPr>
            <a:r>
              <a:rPr/>
              <a:t>Audience triads: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triads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(triad)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key performance indicators (KPIs)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2026-07-20T12:36:07Z</dcterms:created>
  <dcterms:modified xsi:type="dcterms:W3CDTF">2026-07-20T12:36:07Z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