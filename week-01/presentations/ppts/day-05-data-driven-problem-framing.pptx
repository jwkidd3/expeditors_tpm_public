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  <a:p>
            <a:pPr lvl="0" indent="0" marL="0">
              <a:buNone/>
            </a:pPr>
            <a:r>
              <a:rPr/>
              <a:t>This one-page brief is your Week 3 product requirements document (PRD) input.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key performance indicators (KPIs)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2026-07-24T02:12:03Z</dcterms:created>
  <dcterms:modified xsi:type="dcterms:W3CDTF">2026-07-24T02:12:03Z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