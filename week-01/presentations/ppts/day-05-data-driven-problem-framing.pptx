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quad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Within-quad peer read (not cross-quad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quads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quad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quad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quad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quads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peer-within-quad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  <a:p>
            <a:pPr lvl="0" indent="0" marL="0">
              <a:buNone/>
            </a:pPr>
            <a:r>
              <a:rPr/>
              <a:t>This one-page brief is your Week 3 product requirements document (PRD) input.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engineering lead reading a problem statement I intend to scope against.
Context: [paste problem statement + evidence log]
Constraints:
- Do not rewrite. Ask the questions you would ask me in a scoping meeting.
- Rank your questions by how much they'd change your estimate if unanswered.
- Flag any claim that is inferred or AI-generated that you'd want upgraded first.
Format: Numbered list of questions, ranked.
</a:t>
            </a:r>
          </a:p>
          <a:p>
            <a:pPr lvl="0" indent="0" marL="0">
              <a:buNone/>
            </a:pPr>
            <a:r>
              <a:rPr/>
              <a:t>Rule: AI can challenge the statement. AI does not get to write it. Ownership stays with the quad.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pressure-test prompt. Then, as a quad: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30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50 minutes</a:t>
            </a:r>
          </a:p>
          <a:p>
            <a:pPr lvl="0" indent="0" marL="0">
              <a:buNone/>
            </a:pPr>
            <a:r>
              <a:rPr/>
              <a:t>Quads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quad intended to convey</a:t>
            </a:r>
          </a:p>
          <a:p>
            <a:pPr lvl="0" indent="0" marL="0">
              <a:buNone/>
            </a:pPr>
            <a:r>
              <a:rPr/>
              <a:t>⏱ 10 min each direction · 30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quad gets a score sheet from every peer quad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quad + 3 min score-sheet writing</a:t>
            </a:r>
          </a:p>
          <a:p>
            <a:pPr lvl="0" indent="0" marL="0">
              <a:buNone/>
            </a:pPr>
            <a:r>
              <a:rPr/>
              <a:t>Order is random (draw quad names). Between quads, a 3-minute quiet block for written feedback.</a:t>
            </a:r>
          </a:p>
          <a:p>
            <a:pPr lvl="0" indent="0" marL="0">
              <a:buNone/>
            </a:pPr>
            <a:r>
              <a:rPr/>
              <a:t>Presenting quad: follow the rehearsal structure</a:t>
            </a:r>
          </a:p>
          <a:p>
            <a:pPr lvl="0" indent="0" marL="0">
              <a:buNone/>
            </a:pPr>
            <a:r>
              <a:rPr/>
              <a:t>Audience quads: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quads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(quad)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key performance indicators (KPIs)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2026-08-23T18:35:46Z</dcterms:created>
  <dcterms:modified xsi:type="dcterms:W3CDTF">2026-08-23T18:35:46Z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