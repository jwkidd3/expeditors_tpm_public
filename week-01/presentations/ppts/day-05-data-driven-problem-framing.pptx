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engineering lead reading a problem statement I intend to scope against.
Context: [paste problem statement + evidence log]
Constraints:
- Do not rewrite. Ask the questions you would ask me in a scoping meeting.
- Rank your questions by how much they'd change your estimate if unanswered.
- Flag any claim that is inferred or AI-generated that you'd want upgraded first.
Format: Numbered list of questions, ranked.
</a:t>
            </a:r>
          </a:p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2026-08-04T16:58:47Z</dcterms:created>
  <dcterms:modified xsi:type="dcterms:W3CDTF">2026-08-04T16:58:47Z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