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quads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quads will actually reuse on Day 3 and Day 5. Make sure each quad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quad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quad,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quad’s Prompt Pattern Library</a:t>
            </a:r>
          </a:p>
          <a:p>
            <a:pPr lvl="0" indent="0" marL="0">
              <a:buNone/>
            </a:pPr>
            <a:r>
              <a:rPr/>
              <a:t>Star the prompt your quad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quad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Each quad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quad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quad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quad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quad’s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2026-08-10T21:37:51Z</dcterms:created>
  <dcterms:modified xsi:type="dcterms:W3CDTF">2026-08-10T21:37:51Z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