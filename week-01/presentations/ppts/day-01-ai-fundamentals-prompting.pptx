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triads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triads will actually reuse on Day 3 and Day 5. Make sure each triad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triad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triad,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15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Write me a user persona for a dispatch app.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TPM for a field-service SaaS.
Context: Target user = dispatcher at an HVAC
company, 50–200 techs, 10+ yrs industry, low
tolerance for screens. Pain: re-routing mid-day
when a tech calls out sick.
Constraints: Persona must be grounded in the
behaviors above; flag any field that is an
assumption I'd need to validate.
Format: Markdown persona sheet with a final
"Assumptions to validate"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triad’s Prompt Pattern Library</a:t>
            </a:r>
          </a:p>
          <a:p>
            <a:pPr lvl="0" indent="0" marL="0">
              <a:buNone/>
            </a:pPr>
            <a:r>
              <a:rPr/>
              <a:t>Star the prompt your triad would actually reuse on Monday morning</a:t>
            </a:r>
          </a:p>
          <a:p>
            <a:pPr lvl="0" indent="0" marL="0">
              <a:buNone/>
            </a:pPr>
            <a:r>
              <a:rPr/>
              <a:t>⏱ 15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Research analyst.
Context: Below are 14 support tickets from FieldPulse dispatchers.
Task: Extract the top 5 recurring frustrations.
Constraints:
- Each frustration must cite 2+ ticket numbers as evidence
- Flag any frustration you inferred without direct evidence
Format: Markdown list; each entry: Frustration / Evidence tickets / Confidence (H/M/L).
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product requirements document (PRD),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triad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10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Each triad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25 min draft · 10 min test · 10 min triad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triad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triad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triad’s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2026-08-04T16:58:39Z</dcterms:created>
  <dcterms:modified xsi:type="dcterms:W3CDTF">2026-08-04T16:58:39Z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