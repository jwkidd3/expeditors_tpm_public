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cross-triad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triad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triads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triads their first cross-triad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triad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triad’s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Each triad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Each triad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 up. Using the critique protocol, each triad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triad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triad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triad?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2026-07-16T20:04:23Z</dcterms:created>
  <dcterms:modified xsi:type="dcterms:W3CDTF">2026-07-16T20:04:23Z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