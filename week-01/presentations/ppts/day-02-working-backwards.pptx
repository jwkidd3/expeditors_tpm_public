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cross-quad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quad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quads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quads their first cross-quad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quad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quad’s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30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20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30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 up. Using the critique protocol, each quad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quad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quad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quad?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2026-08-23T18:35:40Z</dcterms:created>
  <dcterms:modified xsi:type="dcterms:W3CDTF">2026-08-23T18:35:40Z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