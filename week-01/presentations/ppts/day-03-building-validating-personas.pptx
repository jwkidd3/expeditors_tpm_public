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Research assistant helping a TPM build an evidence-grounded persona.
Context:
- The user role is Lead Dispatcher at a 50–200 tech HVAC company.
- Observed behaviors (tier: Observed): [paste notes from ride-along]
- Reported statements (tier: Reported): [paste 6 interview quotes]
Constraints:
- Do NOT invent behaviors or quotes.
- Every claim in your output must cite one of the notes or quotes above, OR be flagged as Inferred.
- If you generate any claim not grounded in the inputs, tag it AI-generated with a note: "validate before use."
Format: Persona Validation Canvas (6 sections).
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2026-08-04T16:58:43Z</dcterms:created>
  <dcterms:modified xsi:type="dcterms:W3CDTF">2026-08-04T16:58:43Z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