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triad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triad’s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triads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triads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receives the FieldPulse Pain Extraction Packet — 8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triad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 in a 3×3 matrix (Severity down × Frequency across), then color-code by addressability.</a:t>
            </a:r>
          </a:p>
          <a:p>
            <a:pPr lvl="0" indent="0" marL="0">
              <a:buNone/>
            </a:pPr>
            <a:r>
              <a:rPr/>
              <a:t>Sev ↓ / Freq →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Monitor</a:t>
            </a:r>
          </a:p>
          <a:p>
            <a:pPr lvl="0" indent="0" marL="0">
              <a:buNone/>
            </a:pPr>
            <a:r>
              <a:rPr/>
              <a:t>Must fix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Accept</a:t>
            </a:r>
          </a:p>
          <a:p>
            <a:pPr lvl="0" indent="0" marL="0">
              <a:buNone/>
            </a:pPr>
            <a:r>
              <a:rPr/>
              <a:t>Automate / polish</a:t>
            </a:r>
          </a:p>
          <a:p>
            <a:pPr lvl="0" indent="0" marL="0">
              <a:buNone/>
            </a:pPr>
            <a:r>
              <a:rPr/>
              <a:t>Addressability colors: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problem, not a product problem. Those need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Each triad presents Top 3 + matrix to another triad.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triad readouts its final Top 3 in under 60 seconds.</a:t>
            </a:r>
          </a:p>
          <a:p>
            <a:pPr lvl="0" indent="0" marL="0">
              <a:buNone/>
            </a:pPr>
            <a:r>
              <a:rPr/>
              <a:t>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triad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2026-05-15T23:42:21Z</dcterms:created>
  <dcterms:modified xsi:type="dcterms:W3CDTF">2026-05-15T23:42:21Z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