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notesMaster" Target="notesMasters/notesMaster1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Day 4 converts personas and behavior data into a ranked, scored pain-point map — the artifact the product roadmap will be scoped against.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scoring triangle is the anchor artifact of the day. If participants leave with that, everything else is scaffolding.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arc: extract → root-cause → score → prioritize. Each block depends on the previous one — coach for that build-up.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Set the frame: real pain hides in observed behavior and workarounds, not in stated complaints. Today is about training the eye.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Hammer the “workaround = pain” point. Silent pain is the most lucrative product opportunity and the most easily 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pain should survive the sentence test: “A [role] [verb] because [circumstance], which causes [consequence].”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Hand-sort the packet so no triad reads the same subset first. You want diversity when they compare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Two techniques back-to-back: 5 Whys deepens individual pains, affinity mapping clusters them. Together they turn a flat list into a structured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trick is asking mechanically — not searching for a satisfying answer. Often L3 is already actionable.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you skip silent-sort, you get a map of the triad’s extrovert. Facilitate this deliberately.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good output is ugly. Well-organized clusters often mean the silent-sort got skipped.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Addressability is the axis most TPMs ignore. Hammer it: real pain we cannot solve is a communication problem, not a backlog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Severity × Frequency alone produces a backlog nobody can execute. Addressability is what makes this a product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red “Must fix” case is where many PMs over-commit. We want them to recognize it and respond with communication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Some triads will push back on “must live with it.” Honor the discomfort — it’s accurate.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Top 3 is Friday’s input — it has to defend itself. Push triads to rank-order, not just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Rank-ordering isn’t optional. A “top 3” that can’t be ordered is three top-1s pretending.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Facilitator: watch for triads that didn’t change anything. Lack of revision under critique usually means the critique wasn’t heard.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“still wrestling with” item is useful for Day 5 — sometimes the best problem statement is about a pain you didn’t pick.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reflection. Forces the cohort to name a pain they suspect they got wrong — usually a sign of intellectual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🔷 Identifying Pain Points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1 • Day 4 • Customer-Centric Foundations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Technical Product Manager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4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Extract pain points from observed behavior, not just stated complaints</a:t>
            </a:r>
          </a:p>
          <a:p>
            <a:pPr lvl="0" indent="0" marL="0">
              <a:buNone/>
            </a:pPr>
            <a:r>
              <a:rPr/>
              <a:t>Use 5 Whys to reach root-cause pain</a:t>
            </a:r>
          </a:p>
          <a:p>
            <a:pPr lvl="0" indent="0" marL="0">
              <a:buNone/>
            </a:pPr>
            <a:r>
              <a:rPr/>
              <a:t>Group raw pains into themes via affinity mapping</a:t>
            </a:r>
          </a:p>
          <a:p>
            <a:pPr lvl="0" indent="0" marL="0">
              <a:buNone/>
            </a:pPr>
            <a:r>
              <a:rPr/>
              <a:t>Score pains on Severity × Frequency × Addressability</a:t>
            </a:r>
          </a:p>
          <a:p>
            <a:pPr lvl="0" indent="0" marL="0">
              <a:buNone/>
            </a:pPr>
            <a:r>
              <a:rPr/>
              <a:t>Distinguish pains we must fix from pains we must live with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Persona pains → pain-point candidates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Extraction from evidence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5 Whys + affinity mapping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Severity × Frequency × Addressability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Readouts</a:t>
            </a:r>
          </a:p>
          <a:p>
            <a:pPr lvl="0" indent="0" marL="0">
              <a:buNone/>
            </a:pPr>
            <a:r>
              <a:rPr/>
              <a:t>Prioritization + must-live-with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real pain hides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🔍 Where Pains Actually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Source</a:t>
            </a:r>
          </a:p>
          <a:p>
            <a:pPr lvl="0" indent="0" marL="0">
              <a:buNone/>
            </a:pPr>
            <a:r>
              <a:rPr/>
              <a:t>What you see</a:t>
            </a:r>
          </a:p>
          <a:p>
            <a:pPr lvl="0" indent="0" marL="0">
              <a:buNone/>
            </a:pPr>
            <a:r>
              <a:rPr/>
              <a:t>Reliability</a:t>
            </a:r>
          </a:p>
          <a:p>
            <a:pPr lvl="0" indent="0" marL="0">
              <a:buNone/>
            </a:pPr>
            <a:r>
              <a:rPr/>
              <a:t>Support tickets</a:t>
            </a:r>
          </a:p>
          <a:p>
            <a:pPr lvl="0" indent="0" marL="0">
              <a:buNone/>
            </a:pPr>
            <a:r>
              <a:rPr/>
              <a:t>Failures serious enough to complain about</a:t>
            </a:r>
          </a:p>
          <a:p>
            <a:pPr lvl="0" indent="0" marL="0">
              <a:buNone/>
            </a:pPr>
            <a:r>
              <a:rPr/>
              <a:t>High for severity, low for frequency</a:t>
            </a:r>
          </a:p>
          <a:p>
            <a:pPr lvl="0" indent="0" marL="0">
              <a:buNone/>
            </a:pPr>
            <a:r>
              <a:rPr/>
              <a:t>Interviews</a:t>
            </a:r>
          </a:p>
          <a:p>
            <a:pPr lvl="0" indent="0" marL="0">
              <a:buNone/>
            </a:pPr>
            <a:r>
              <a:rPr/>
              <a:t>Stated frustrations, with emotion</a:t>
            </a:r>
          </a:p>
          <a:p>
            <a:pPr lvl="0" indent="0" marL="0">
              <a:buNone/>
            </a:pPr>
            <a:r>
              <a:rPr/>
              <a:t>Medium; confirmation bias risk</a:t>
            </a:r>
          </a:p>
          <a:p>
            <a:pPr lvl="0" indent="0" marL="0">
              <a:buNone/>
            </a:pPr>
            <a:r>
              <a:rPr/>
              <a:t>Observation / ride-alongs</a:t>
            </a:r>
          </a:p>
          <a:p>
            <a:pPr lvl="0" indent="0" marL="0">
              <a:buNone/>
            </a:pPr>
            <a:r>
              <a:rPr/>
              <a:t>Workarounds, sighs, side-channels (paper, shared spreadsheets)</a:t>
            </a:r>
          </a:p>
          <a:p>
            <a:pPr lvl="0" indent="0" marL="0">
              <a:buNone/>
            </a:pPr>
            <a:r>
              <a:rPr/>
              <a:t>Highest for real pain</a:t>
            </a:r>
          </a:p>
          <a:p>
            <a:pPr lvl="0" indent="0" marL="0">
              <a:buNone/>
            </a:pPr>
            <a:r>
              <a:rPr/>
              <a:t>Analytics drop-offs</a:t>
            </a:r>
          </a:p>
          <a:p>
            <a:pPr lvl="0" indent="0" marL="0">
              <a:buNone/>
            </a:pPr>
            <a:r>
              <a:rPr/>
              <a:t>Where users quit a flow</a:t>
            </a:r>
          </a:p>
          <a:p>
            <a:pPr lvl="0" indent="0" marL="0">
              <a:buNone/>
            </a:pPr>
            <a:r>
              <a:rPr/>
              <a:t>High for “what,” silent on “why”</a:t>
            </a:r>
          </a:p>
          <a:p>
            <a:pPr lvl="0" indent="0" marL="0">
              <a:buNone/>
            </a:pPr>
            <a:r>
              <a:rPr/>
              <a:t>Sales/loss reviews</a:t>
            </a:r>
          </a:p>
          <a:p>
            <a:pPr lvl="0" indent="0" marL="0">
              <a:buNone/>
            </a:pPr>
            <a:r>
              <a:rPr/>
              <a:t>Why deals didn’t close</a:t>
            </a:r>
          </a:p>
          <a:p>
            <a:pPr lvl="0" indent="0" marL="0">
              <a:buNone/>
            </a:pPr>
            <a:r>
              <a:rPr/>
              <a:t>Medium; filtered through sales narrative</a:t>
            </a:r>
          </a:p>
          <a:p>
            <a:pPr lvl="0" indent="0" marL="0">
              <a:buNone/>
            </a:pPr>
            <a:r>
              <a:rPr/>
              <a:t>The best pain points are the ones customers don’t complain about anymore — because they built a workaround.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🔹 A Pain Is a Verb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Too vague</a:t>
            </a:r>
          </a:p>
          <a:p>
            <a:pPr lvl="0" indent="0" marL="0">
              <a:buNone/>
            </a:pPr>
            <a:r>
              <a:rPr/>
              <a:t>“Bad UX”</a:t>
            </a:r>
          </a:p>
          <a:p>
            <a:pPr lvl="0" indent="0" marL="0">
              <a:buNone/>
            </a:pPr>
            <a:r>
              <a:rPr/>
              <a:t>“Inefficient workflow”</a:t>
            </a:r>
          </a:p>
          <a:p>
            <a:pPr lvl="0" indent="0" marL="0">
              <a:buNone/>
            </a:pPr>
            <a:r>
              <a:rPr/>
              <a:t>“Training problems”</a:t>
            </a:r>
          </a:p>
          <a:p>
            <a:pPr lvl="0" indent="0" marL="0">
              <a:buNone/>
            </a:pPr>
            <a:r>
              <a:rPr/>
              <a:t>“Integration issues”</a:t>
            </a:r>
          </a:p>
          <a:p>
            <a:pPr lvl="0" indent="0" marL="0">
              <a:buNone/>
            </a:pPr>
            <a:r>
              <a:rPr/>
              <a:t>✅ Actionable</a:t>
            </a:r>
          </a:p>
          <a:p>
            <a:pPr lvl="0" indent="0" marL="0">
              <a:buNone/>
            </a:pPr>
            <a:r>
              <a:rPr/>
              <a:t>“Dispatchers retype parts from paper tickets nightly”</a:t>
            </a:r>
          </a:p>
          <a:p>
            <a:pPr lvl="0" indent="0" marL="0">
              <a:buNone/>
            </a:pPr>
            <a:r>
              <a:rPr/>
              <a:t>“Mid-day re-routes require calling 3–4 techs individually”</a:t>
            </a:r>
          </a:p>
          <a:p>
            <a:pPr lvl="0" indent="0" marL="0">
              <a:buNone/>
            </a:pPr>
            <a:r>
              <a:rPr/>
              <a:t>“New dispatchers bounce from training after screen 5”</a:t>
            </a:r>
          </a:p>
          <a:p>
            <a:pPr lvl="0" indent="0" marL="0">
              <a:buNone/>
            </a:pPr>
            <a:r>
              <a:rPr/>
              <a:t>“Truck inventory is off by end-of-week; no one notices until payroll”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Extract From the Packet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</a:t>
            </a:r>
          </a:p>
          <a:p>
            <a:pPr lvl="0" indent="0" marL="0">
              <a:buNone/>
            </a:pPr>
            <a:r>
              <a:rPr/>
              <a:t>Your triad receives the FieldPulse Pain Extraction Packet — 14 support tickets, 2 ride-along note pages, 4 interview excerpts, 1 analytics screenshot.</a:t>
            </a:r>
          </a:p>
          <a:p>
            <a:pPr lvl="0" indent="0" marL="0">
              <a:buNone/>
            </a:pPr>
            <a:r>
              <a:rPr/>
              <a:t>Extract at least 15 candidate pains</a:t>
            </a:r>
          </a:p>
          <a:p>
            <a:pPr lvl="0" indent="0" marL="0">
              <a:buNone/>
            </a:pPr>
            <a:r>
              <a:rPr/>
              <a:t>Each pain must be a verb + circumstance + consequence</a:t>
            </a:r>
          </a:p>
          <a:p>
            <a:pPr lvl="0" indent="0" marL="0">
              <a:buNone/>
            </a:pPr>
            <a:r>
              <a:rPr/>
              <a:t>Tag source (ticket #, interview initials, observation) for every entry</a:t>
            </a:r>
          </a:p>
          <a:p>
            <a:pPr lvl="0" indent="0" marL="0">
              <a:buNone/>
            </a:pPr>
            <a:r>
              <a:rPr/>
              <a:t>⏱ 10 min read · 25 min extract · 10 min review for verb/vagueness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Root Cause &amp; Themes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 Whys + affinity mapping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🔄 The 5 Whys, Used Well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 a pain. Ask “Why does that happen?” Take the answer, ask “Why?” again. Five levels deep (usually fewer) you hit a root cause that is either systemic or out of scope.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📌 Affinity Mapping in 3 Moves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Silent sort: Each triad member places every pain on the wall (or whiteboard tool). No talking.</a:t>
            </a:r>
          </a:p>
          <a:p>
            <a:pPr lvl="0" indent="0" marL="0">
              <a:buNone/>
            </a:pPr>
            <a:r>
              <a:rPr/>
              <a:t>Cluster: Group related pains. Name each cluster with a verb phrase, not a category.</a:t>
            </a:r>
          </a:p>
          <a:p>
            <a:pPr lvl="0" indent="0" marL="0">
              <a:buNone/>
            </a:pPr>
            <a:r>
              <a:rPr/>
              <a:t>Promote: For each cluster, choose 1–2 pains that best represent the whole.</a:t>
            </a:r>
          </a:p>
          <a:p>
            <a:pPr lvl="0" indent="0" marL="0">
              <a:buNone/>
            </a:pPr>
            <a:r>
              <a:rPr/>
              <a:t>Silence matters: The silent-sort step prevents the loudest voice from anchoring the map. Protect it.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Dig, Sort, Promote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50 minutes</a:t>
            </a:r>
          </a:p>
          <a:p>
            <a:pPr lvl="0" indent="0" marL="0">
              <a:buNone/>
            </a:pPr>
            <a:r>
              <a:rPr/>
              <a:t>Using your Activity 1 pain list:</a:t>
            </a:r>
          </a:p>
          <a:p>
            <a:pPr lvl="0" indent="0" marL="0">
              <a:buNone/>
            </a:pPr>
            <a:r>
              <a:rPr/>
              <a:t>Pick 3 pains that feel “surface-level” — run 5 Whys on each</a:t>
            </a:r>
          </a:p>
          <a:p>
            <a:pPr lvl="0" indent="0" marL="0">
              <a:buNone/>
            </a:pPr>
            <a:r>
              <a:rPr/>
              <a:t>Do the silent sort on the full list</a:t>
            </a:r>
          </a:p>
          <a:p>
            <a:pPr lvl="0" indent="0" marL="0">
              <a:buNone/>
            </a:pPr>
            <a:r>
              <a:rPr/>
              <a:t>End with 5–8 named clusters, each with 1–2 promoted representative pains</a:t>
            </a:r>
          </a:p>
          <a:p>
            <a:pPr lvl="0" indent="0" marL="0">
              <a:buNone/>
            </a:pPr>
            <a:r>
              <a:rPr/>
              <a:t>⏱ 20 min 5 Whys · 20 min silent sort · 10 min cluster + promote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Severity × Frequency × Addressability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say no to real pain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📈 The Three Axes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Axis</a:t>
            </a:r>
          </a:p>
          <a:p>
            <a:pPr lvl="0" indent="0" marL="0">
              <a:buNone/>
            </a:pPr>
            <a:r>
              <a:rPr/>
              <a:t>Question</a:t>
            </a:r>
          </a:p>
          <a:p>
            <a:pPr lvl="0" indent="0" marL="0">
              <a:buNone/>
            </a:pPr>
            <a:r>
              <a:rPr/>
              <a:t>Scale</a:t>
            </a:r>
          </a:p>
          <a:p>
            <a:pPr lvl="0" indent="0" marL="0">
              <a:buNone/>
            </a:pPr>
            <a:r>
              <a:rPr/>
              <a:t>Severity</a:t>
            </a:r>
          </a:p>
          <a:p>
            <a:pPr lvl="0" indent="0" marL="0">
              <a:buNone/>
            </a:pPr>
            <a:r>
              <a:rPr/>
              <a:t>How bad is it when it happens?</a:t>
            </a:r>
          </a:p>
          <a:p>
            <a:pPr lvl="0" indent="0" marL="0">
              <a:buNone/>
            </a:pPr>
            <a:r>
              <a:rPr/>
              <a:t>Low (annoyance) → Medium (workaround) → High (blocked)</a:t>
            </a:r>
          </a:p>
          <a:p>
            <a:pPr lvl="0" indent="0" marL="0">
              <a:buNone/>
            </a:pPr>
            <a:r>
              <a:rPr/>
              <a:t>Frequency</a:t>
            </a:r>
          </a:p>
          <a:p>
            <a:pPr lvl="0" indent="0" marL="0">
              <a:buNone/>
            </a:pPr>
            <a:r>
              <a:rPr/>
              <a:t>How often does it happen?</a:t>
            </a:r>
          </a:p>
          <a:p>
            <a:pPr lvl="0" indent="0" marL="0">
              <a:buNone/>
            </a:pPr>
            <a:r>
              <a:rPr/>
              <a:t>Low (monthly+) → Medium (weekly) → High (daily)</a:t>
            </a:r>
          </a:p>
          <a:p>
            <a:pPr lvl="0" indent="0" marL="0">
              <a:buNone/>
            </a:pPr>
            <a:r>
              <a:rPr/>
              <a:t>Addressability</a:t>
            </a:r>
          </a:p>
          <a:p>
            <a:pPr lvl="0" indent="0" marL="0">
              <a:buNone/>
            </a:pPr>
            <a:r>
              <a:rPr/>
              <a:t>Can we fix it?</a:t>
            </a:r>
          </a:p>
          <a:p>
            <a:pPr lvl="0" indent="0" marL="0">
              <a:buNone/>
            </a:pPr>
            <a:r>
              <a:rPr/>
              <a:t>Low (org/regulatory) → Medium (partial) → High (fully within product)</a:t>
            </a:r>
          </a:p>
          <a:p>
            <a:pPr lvl="0" indent="0" marL="0">
              <a:buNone/>
            </a:pPr>
            <a:r>
              <a:rPr/>
              <a:t>Addressability is the axis PMs forget. High severity + high frequency + low addressability = we must communicate, not engineer.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Visualizing the Triangle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Plot each promoted pain, then colour by addressability.</a:t>
            </a:r>
          </a:p>
          <a:p>
            <a:pPr lvl="0" indent="0" marL="0">
              <a:buNone/>
            </a:pPr>
            <a:r>
              <a:rPr/>
              <a:t>Sev ↓ / Freq →LowHigh HighMonitorMust fix LowAcceptAutomate / polish</a:t>
            </a:r>
          </a:p>
          <a:p>
            <a:pPr lvl="0" indent="0" marL="0">
              <a:buNone/>
            </a:pPr>
            <a:r>
              <a:rPr/>
              <a:t>Addressability: green = we can amber = partial red = out of scope</a:t>
            </a:r>
          </a:p>
          <a:p>
            <a:pPr lvl="0" indent="0" marL="0">
              <a:buNone/>
            </a:pPr>
            <a:r>
              <a:rPr/>
              <a:t>A red “Must fix” cell is a communication problem — stakeholder framing, not JIRA tickets.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Score Your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</a:t>
            </a:r>
          </a:p>
          <a:p>
            <a:pPr lvl="0" indent="0" marL="0">
              <a:buNone/>
            </a:pPr>
            <a:r>
              <a:rPr/>
              <a:t>Place each promoted pain on the 3×3 matrix. Use evidence tiers from Day 1 when judging severity and frequency — don’t guess.</a:t>
            </a:r>
          </a:p>
          <a:p>
            <a:pPr lvl="0" indent="0" marL="0">
              <a:buNone/>
            </a:pPr>
            <a:r>
              <a:rPr/>
              <a:t>For every red “Must fix” pain, draft 2 sentences: “Why we cannot solve this” + “What we will do instead”</a:t>
            </a:r>
          </a:p>
          <a:p>
            <a:pPr lvl="0" indent="0" marL="0">
              <a:buNone/>
            </a:pPr>
            <a:r>
              <a:rPr/>
              <a:t>Identify one pain where AI-augmented analysis could raise addressability (e.g., summarizing inbound to reduce support burden)</a:t>
            </a:r>
          </a:p>
          <a:p>
            <a:pPr lvl="0" indent="0" marL="0">
              <a:buNone/>
            </a:pPr>
            <a:r>
              <a:rPr/>
              <a:t>⏱ 20 min place · 15 min addressability notes · 10 min AI-leverage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What We Take Forward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Top 3 pains → Friday’s problem statement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🏆 Selecting the Top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Each triad picks the three pains that will drive Friday’s problem statement. The selection must defend:</a:t>
            </a:r>
          </a:p>
          <a:p>
            <a:pPr lvl="0" indent="0" marL="0">
              <a:buNone/>
            </a:pPr>
            <a:r>
              <a:rPr/>
              <a:t>Why these three over the others? (Matrix position + evidence)</a:t>
            </a:r>
          </a:p>
          <a:p>
            <a:pPr lvl="0" indent="0" marL="0">
              <a:buNone/>
            </a:pPr>
            <a:r>
              <a:rPr/>
              <a:t>Are they independent, or aspects of the same root cause?</a:t>
            </a:r>
          </a:p>
          <a:p>
            <a:pPr lvl="0" indent="0" marL="0">
              <a:buNone/>
            </a:pPr>
            <a:r>
              <a:rPr/>
              <a:t>What’s the single “if we solved this, everything else is easier” pain?</a:t>
            </a:r>
          </a:p>
          <a:p>
            <a:pPr lvl="0" indent="0" marL="0">
              <a:buNone/>
            </a:pPr>
            <a:r>
              <a:rPr/>
              <a:t>Tip: A great top-3 is often rank-ordered such that #1 unblocks or reduces #2 and #3. If your three feel unrelated, look again for the shared root.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Cross-Triad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Paired triads • 60 minutes • Readouts</a:t>
            </a:r>
          </a:p>
          <a:p>
            <a:pPr lvl="0" indent="0" marL="0">
              <a:buNone/>
            </a:pPr>
            <a:r>
              <a:rPr/>
              <a:t>Each triad presents Top 3 + matrix to another triad. Partners must:</a:t>
            </a:r>
          </a:p>
          <a:p>
            <a:pPr lvl="0" indent="0" marL="0">
              <a:buNone/>
            </a:pPr>
            <a:r>
              <a:rPr/>
              <a:t>Nominate the weakest of the three (not based on feel — based on the evidence tag)</a:t>
            </a:r>
          </a:p>
          <a:p>
            <a:pPr lvl="0" indent="0" marL="0">
              <a:buNone/>
            </a:pPr>
            <a:r>
              <a:rPr/>
              <a:t>Propose one pain they didn’t select that might be stronger, with reasoning</a:t>
            </a:r>
          </a:p>
          <a:p>
            <a:pPr lvl="0" indent="0" marL="0">
              <a:buNone/>
            </a:pPr>
            <a:r>
              <a:rPr/>
              <a:t>Ask one “so what if we’re wrong?” question per pain</a:t>
            </a:r>
          </a:p>
          <a:p>
            <a:pPr lvl="0" indent="0" marL="0">
              <a:buNone/>
            </a:pPr>
            <a:r>
              <a:rPr/>
              <a:t>After critique: 15 minutes to revise. Each triad readouts its final Top 3 in under 60 seconds. ⏱ 20 min per direction · 15 min revise · 10 min readouts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Day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</a:t>
            </a:r>
          </a:p>
          <a:p>
            <a:pPr lvl="0" indent="0" marL="0">
              <a:buNone/>
            </a:pPr>
            <a:r>
              <a:rPr/>
              <a:t>A scored pain-point matrix per triad</a:t>
            </a:r>
          </a:p>
          <a:p>
            <a:pPr lvl="0" indent="0" marL="0">
              <a:buNone/>
            </a:pPr>
            <a:r>
              <a:rPr/>
              <a:t>A Top 3 pain set, rank-ordered and defended</a:t>
            </a:r>
          </a:p>
          <a:p>
            <a:pPr lvl="0" indent="0" marL="0">
              <a:buNone/>
            </a:pPr>
            <a:r>
              <a:rPr/>
              <a:t>Language for “pains we must live with”</a:t>
            </a:r>
          </a:p>
          <a:p>
            <a:pPr lvl="0" indent="0" marL="0">
              <a:buNone/>
            </a:pPr>
            <a:r>
              <a:rPr/>
              <a:t>What opens tomorrow</a:t>
            </a:r>
          </a:p>
          <a:p>
            <a:pPr lvl="0" indent="0" marL="0">
              <a:buNone/>
            </a:pPr>
            <a:r>
              <a:rPr/>
              <a:t>Data-driven problem framing — turning Top 3 into a problem statement an engineer can scope</a:t>
            </a:r>
          </a:p>
          <a:p>
            <a:pPr lvl="0" indent="0" marL="0">
              <a:buNone/>
            </a:pPr>
            <a:r>
              <a:rPr/>
              <a:t>Friday afternoon: integrated Week 1 readouts</a:t>
            </a:r>
          </a:p>
          <a:p>
            <a:pPr lvl="0" indent="0" marL="0">
              <a:buNone/>
            </a:pPr>
            <a:r>
              <a:rPr/>
              <a:t>Bring to Day 5: Your Top 3 pain sheet with evidence tiers + the one pain you dropped that you’re still wrestling with.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pain will you re-interview next week?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2026-07-22T12:58:37Z</dcterms:created>
  <dcterms:modified xsi:type="dcterms:W3CDTF">2026-07-22T12:58:37Z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