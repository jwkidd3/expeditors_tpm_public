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quad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quad’s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quads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quads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  <a:p>
            <a:pPr lvl="0" indent="0">
              <a:buNone/>
            </a:pPr>
            <a:r>
              <a:rPr>
                <a:latin typeface="Courier"/>
              </a:rPr>
              <a:t>L1: Dispatchers close books 45 min after shift end.
Why? They reconcile paper tickets from the day.
L2: They reconcile paper tickets.
Why? Techs submit paper (not mobile) tickets.
L3: Techs submit paper.
Why? The mobile app is slow on 3G in the field.
L4: Mobile app is slow on 3G.
Why? Ticket submission downloads all open jobs first.
L5: (Root cause — addressable) — Ticket submission is not
designed for intermittent connectivity.
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quad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Each quad presents Top 3 + matrix to another quad.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quad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quad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2026-08-07T22:15:53Z</dcterms:created>
  <dcterms:modified xsi:type="dcterms:W3CDTF">2026-08-07T22:15:53Z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