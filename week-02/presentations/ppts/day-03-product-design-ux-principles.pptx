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EAA), an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a:t>
            </a:r>
          </a:p>
          <a:p>
            <a:pPr lvl="0" indent="0" marL="0">
              <a:buNone/>
            </a:pPr>
            <a:r>
              <a:rPr/>
              <a:t>“Show network state on every screen — assume connectivity is broken.”</a:t>
            </a:r>
          </a:p>
          <a:p>
            <a:pPr lvl="0" indent="0" marL="0">
              <a:buNone/>
            </a:pPr>
            <a:r>
              <a:rPr/>
              <a:t>Names a constraint</a:t>
            </a:r>
          </a:p>
          <a:p>
            <a:pPr lvl="0" indent="0" marL="0">
              <a:buNone/>
            </a:pPr>
            <a:r>
              <a:rPr/>
              <a:t>“Power users get shortcuts. New users get them visible too.”</a:t>
            </a:r>
          </a:p>
          <a:p>
            <a:pPr lvl="0" indent="0" marL="0">
              <a:buNone/>
            </a:pPr>
            <a:r>
              <a:rPr/>
              <a:t>Resolves a tension</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2026-07-16T20:04:34Z</dcterms:created>
  <dcterms:modified xsi:type="dcterms:W3CDTF">2026-07-16T20:04:34Z</dcterms:modified>
</cp:coreProperties>
</file>

<file path=docProps/custom.xml><?xml version="1.0" encoding="utf-8"?>
<Properties xmlns="http://schemas.openxmlformats.org/officeDocument/2006/custom-properties" xmlns:vt="http://schemas.openxmlformats.org/officeDocument/2006/docPropsVTypes"/>
</file>