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a:p>
            <a:pPr lvl="0" indent="0" marL="0">
              <a:buNone/>
            </a:pPr>
            <a:r>
              <a:rPr/>
              <a:t>A Product Requirements Document (PRD) is the spec a squad builds from.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the European Accessibility Act), a search-engine-optimization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2026-07-20T12:36:12Z</dcterms:created>
  <dcterms:modified xsi:type="dcterms:W3CDTF">2026-07-20T12:36:12Z</dcterms:modified>
</cp:coreProperties>
</file>

<file path=docProps/custom.xml><?xml version="1.0" encoding="utf-8"?>
<Properties xmlns="http://schemas.openxmlformats.org/officeDocument/2006/custom-properties" xmlns:vt="http://schemas.openxmlformats.org/officeDocument/2006/docPropsVTypes"/>
</file>