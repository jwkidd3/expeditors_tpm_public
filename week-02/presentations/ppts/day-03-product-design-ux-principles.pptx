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 finishes early, push them to score severity. Most triads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triad’s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triads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Triads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Triads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triad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 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 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0" indent="-342900" marL="342900">
              <a:buAutoNum startAt="12" type="arabicPeriod"/>
            </a:pPr>
            <a:r>
              <a:rPr/>
              <a:t>Failure-mode dignity</a:t>
            </a:r>
          </a:p>
          <a:p>
            <a:pPr lvl="1" indent="0" marL="342900">
              <a:buNone/>
            </a:pPr>
            <a:r>
              <a:rPr/>
              <a:t>How does the product behave when the network drops, the data is wrong, or the user is rushed? Failure is part of UX.</a:t>
            </a:r>
          </a:p>
          <a:p>
            <a:pPr lvl="0" indent="-342900" marL="342900">
              <a:buAutoNum startAt="13" type="arabicPeriod"/>
            </a:pPr>
            <a:r>
              <a:rPr/>
              <a:t>Power-user respect</a:t>
            </a:r>
          </a:p>
          <a:p>
            <a:pPr lvl="1" indent="0" marL="342900">
              <a:buNone/>
            </a:pPr>
            <a:r>
              <a:rPr/>
              <a:t>Does the product reward repeat use with shortcuts, or punish it with the same friction every time?</a:t>
            </a:r>
          </a:p>
          <a:p>
            <a:pPr lvl="0" indent="0" marL="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Triads • 35 minutes</a:t>
            </a:r>
          </a:p>
          <a:p>
            <a:pPr lvl="0" indent="0" marL="0">
              <a:buNone/>
            </a:pPr>
            <a:r>
              <a:rPr/>
              <a:t>Walk through a B2B SaaS none of your triad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10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EAA), an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Run the 8-check floor on the FieldPulse mobile or your chosen surface. Split the checks across triad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25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triad’s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Use the audit template on your triad’s chosen flow. Severity-score each violation. Capture strengths.</a:t>
            </a:r>
          </a:p>
          <a:p>
            <a:pPr lvl="0" indent="0" marL="0">
              <a:buNone/>
            </a:pPr>
            <a:r>
              <a:rPr/>
              <a:t>10 min: solo walk-through (each member captures 3+ findings)</a:t>
            </a:r>
          </a:p>
          <a:p>
            <a:pPr lvl="0" indent="0" marL="0">
              <a:buNone/>
            </a:pPr>
            <a:r>
              <a:rPr/>
              <a:t>15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 memorable</a:t>
            </a:r>
          </a:p>
          <a:p>
            <a:pPr lvl="0" indent="0" marL="0">
              <a:buNone/>
            </a:pPr>
            <a:r>
              <a:rPr/>
              <a:t>“Show network state on every screen — assume connectivity is broken.”</a:t>
            </a:r>
          </a:p>
          <a:p>
            <a:pPr lvl="0" indent="0" marL="0">
              <a:buNone/>
            </a:pPr>
            <a:r>
              <a:rPr/>
              <a:t>Names a constraint, drives concrete choices</a:t>
            </a:r>
          </a:p>
          <a:p>
            <a:pPr lvl="0" indent="0" marL="0">
              <a:buNone/>
            </a:pPr>
            <a:r>
              <a:rPr/>
              <a:t>“Power users get keyboard shortcuts. New users get them visible too.”</a:t>
            </a:r>
          </a:p>
          <a:p>
            <a:pPr lvl="0" indent="0" marL="0">
              <a:buNone/>
            </a:pPr>
            <a:r>
              <a:rPr/>
              <a:t>Resolves a tension explicitly</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Triads • 45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15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triad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triad’s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2026-05-16T01:27:11Z</dcterms:created>
  <dcterms:modified xsi:type="dcterms:W3CDTF">2026-05-16T01:27:11Z</dcterms:modified>
</cp:coreProperties>
</file>

<file path=docProps/custom.xml><?xml version="1.0" encoding="utf-8"?>
<Properties xmlns="http://schemas.openxmlformats.org/officeDocument/2006/custom-properties" xmlns:vt="http://schemas.openxmlformats.org/officeDocument/2006/docPropsVTypes"/>
</file>