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quad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quad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Quads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quad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25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25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 — no key performance indicator (KPI) or operational signal moved.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Feature concept: &lt;name&gt;
**Stage(s) addressed:** &lt;journey stages&gt;
**Friction reduced:** &lt;specific friction starred on the map&gt;
**Metric it moves:** &lt;op-signal or KPI&gt;
**Aligned principle:** &lt;which of the 3&gt;
**Trade-off / risk:** &lt;what we'd give up; what could go wrong&gt;
**Validation:** how would we know it actually moved the metric in 30 days?</a:t>
            </a:r>
          </a:p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25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quad-spokesperson.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quad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Product Requirements Document (PRD) (non-AI)</a:t>
            </a:r>
          </a:p>
          <a:p>
            <a:pPr lvl="0" indent="0" marL="0">
              <a:buNone/>
            </a:pPr>
            <a:r>
              <a:rPr/>
              <a:t>Acceptance Criteria, non-functional requirements (NFRs),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2026-08-28T15:28:21Z</dcterms:created>
  <dcterms:modified xsi:type="dcterms:W3CDTF">2026-08-28T15:28:21Z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