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🗽️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the user interacts with — including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Misses the actual journey.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 book, tech’s phone, owner’s spreadsheet, the printer that jammed</a:t>
            </a:r>
          </a:p>
          <a:p>
            <a:pPr lvl="0" indent="0" marL="0">
              <a:buNone/>
            </a:pPr>
            <a:r>
              <a:rPr/>
              <a:t>Surfaces the integration story.</a:t>
            </a:r>
          </a:p>
          <a:p>
            <a:pPr lvl="0" indent="0" marL="0">
              <a:buNone/>
            </a:pPr>
            <a:r>
              <a:rPr/>
              <a:t>Bridge to Week 4: non-product touchpoints become the input to system-component mapping in Week 4.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Technical PRD (non-AI)</a:t>
            </a:r>
          </a:p>
          <a:p>
            <a:pPr lvl="0" indent="0" marL="0">
              <a:buNone/>
            </a:pPr>
            <a:r>
              <a:rPr/>
              <a:t>Acceptance Criteria, NFRs,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2026-07-01T16:56:07Z</dcterms:created>
  <dcterms:modified xsi:type="dcterms:W3CDTF">2026-07-01T16:56:07Z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