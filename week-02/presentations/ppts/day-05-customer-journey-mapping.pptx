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</a:t>
            </a:r>
          </a:p>
          <a:p>
            <a:pPr lvl="0" indent="0" marL="0">
              <a:buNone/>
            </a:pPr>
            <a:r>
              <a:rPr/>
              <a:t>2. Actions — Concrete verbs the user is doing</a:t>
            </a:r>
          </a:p>
          <a:p>
            <a:pPr lvl="0" indent="0" marL="0">
              <a:buNone/>
            </a:pPr>
            <a:r>
              <a:rPr/>
              <a:t>3. Thoughts — Quotes from interviews where possible</a:t>
            </a:r>
          </a:p>
          <a:p>
            <a:pPr lvl="0" indent="0" marL="0">
              <a:buNone/>
            </a:pPr>
            <a:r>
              <a:rPr/>
              <a:t>4. Emotions — 4-point curve, plotted</a:t>
            </a:r>
          </a:p>
          <a:p>
            <a:pPr lvl="0" indent="0" marL="0">
              <a:buNone/>
            </a:pPr>
            <a:r>
              <a:rPr/>
              <a:t>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2026-05-15T23:42:41Z</dcterms:created>
  <dcterms:modified xsi:type="dcterms:W3CDTF">2026-05-15T23:42:41Z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