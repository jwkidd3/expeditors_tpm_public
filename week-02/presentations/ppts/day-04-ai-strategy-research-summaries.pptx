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Quads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quad cut?” Normalize cutting. Quads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quad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quad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quad’s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25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25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25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Quad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25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2026-08-23T18:35:54Z</dcterms:created>
  <dcterms:modified xsi:type="dcterms:W3CDTF">2026-08-23T18:35:54Z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