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Triads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triad cut?” Normalize cutting. Triads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triad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triad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triad’s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T-16” doesn’t exist (pack stops at T-14)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(33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🛇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two product tour transcripts into a comparison matrix”</a:t>
            </a:r>
          </a:p>
          <a:p>
            <a:pPr lvl="0" indent="0" marL="0">
              <a:buNone/>
            </a:pPr>
            <a:r>
              <a:rPr/>
              <a:t>“Identify the 3 most important questions these materials don’t answer”</a:t>
            </a:r>
          </a:p>
          <a:p>
            <a:pPr lvl="0" indent="0" marL="0">
              <a:buNone/>
            </a:pPr>
            <a:r>
              <a:rPr/>
              <a:t>“Tell me what’s missing relative to my own product”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showing dispatcher productivity gains”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PRDs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2026-07-16T12:29:52Z</dcterms:created>
  <dcterms:modified xsi:type="dcterms:W3CDTF">2026-07-16T12:29:52Z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