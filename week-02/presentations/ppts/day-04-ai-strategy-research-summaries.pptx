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Research analyst supporting a TPM.
Context: Below are [N] interview transcripts and [M] support tickets
from [user segment]. I am investigating [problem statement].
Task: Extract the top 5 recurring pain themes.
Constraints:
- Each theme must cite 2+ specific source identifiers (e.g., "Interview A3, Ticket T-04")
- Themes must be verbs, not categories
- Flag any theme you inferred without direct evidence
- At the bottom, list 3 questions the sources do NOT answer
Format: Markdown list; each entry: Theme / Evidence / Confidence (H/M/L) /
Inferred? (Y/N). End with "What's missing" section.
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>
              <a:buNone/>
            </a:pPr>
            <a:r>
              <a:rPr>
                <a:latin typeface="Courier"/>
              </a:rPr>
              <a:t>Role: Competitive analyst.
Context: Pasting in 2 competitor product tour transcripts plus
their public pricing pages.
Task: Build a comparison matrix.
Constraints:
- Use only facts from the materials I pasted
- Do NOT pull from your training data
- Flag any cell where the source is silent
Format: Markdown table, with citation column.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  <a:p>
            <a:pPr lvl="0" indent="0">
              <a:buNone/>
            </a:pPr>
            <a:r>
              <a:rPr>
                <a:latin typeface="Courier"/>
              </a:rPr>
              <a:t>From the matrix above, what 3 questions about these competitors
do the source materials NOT answer? For each, suggest where a
TPM should look (analyst reports, customer interviews, public
earnings calls).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Triad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Product Requirements Documents (PRDs)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2026-08-04T16:58:55Z</dcterms:created>
  <dcterms:modified xsi:type="dcterms:W3CDTF">2026-08-04T16:58:55Z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