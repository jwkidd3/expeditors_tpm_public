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key performance indicators (KPIs),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Net Promoter Score /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net revenue retention (NRR)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2026-07-20T12:36:08Z</dcterms:created>
  <dcterms:modified xsi:type="dcterms:W3CDTF">2026-07-20T12:36:08Z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