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triads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KPIs,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triad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 KPIs — “Is the business healthy?” 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when something happens that doesn’t actually matter, and can’t be moved by a deliberate decision.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triad would bet on for FieldPulse</a:t>
            </a:r>
          </a:p>
          <a:p>
            <a:pPr lvl="0" indent="0" marL="0">
              <a:buNone/>
            </a:pPr>
            <a:r>
              <a:rPr/>
              <a:t>Pick 2 cards your triad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For your triad’s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triad’s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NRR retention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Pair-defense round: each triad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Triad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triad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2026-07-01T17:21:52Z</dcterms:created>
  <dcterms:modified xsi:type="dcterms:W3CDTF">2026-07-01T17:21:52Z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