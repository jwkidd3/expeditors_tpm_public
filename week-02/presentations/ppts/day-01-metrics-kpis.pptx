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when something happens that doesn’t actually matter, and can’t be moved by a deliberate decision.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2026-07-01T16:56:00Z</dcterms:created>
  <dcterms:modified xsi:type="dcterms:W3CDTF">2026-07-01T16:56:00Z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