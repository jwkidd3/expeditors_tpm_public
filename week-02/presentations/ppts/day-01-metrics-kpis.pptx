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quads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key performance indicators (KPIs),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quad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and looks impressive, but whose rise can’t be attributed to a deliberate decision that created customer value — easy to move, hard to attribute.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Each quad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quad would bet on for FieldPulse</a:t>
            </a:r>
          </a:p>
          <a:p>
            <a:pPr lvl="0" indent="0" marL="0">
              <a:buNone/>
            </a:pPr>
            <a:r>
              <a:rPr/>
              <a:t>Pick 2 cards your quad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For your quad’s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quad’s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Net Promoter Score /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net revenue retention (NRR)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>
              <a:buNone/>
            </a:pPr>
            <a:r>
              <a:rPr>
                <a:latin typeface="Courier"/>
              </a:rPr>
              <a:t>We are winning when [customer outcome] increases for
[user segment], measured by [single number].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Pair-defense round: each quad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Quad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quad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2026-08-10T21:38:01Z</dcterms:created>
  <dcterms:modified xsi:type="dcterms:W3CDTF">2026-08-10T21:38:01Z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