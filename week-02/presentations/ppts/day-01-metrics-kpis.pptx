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KPIs,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and looks impressive, but whose rise can’t be attributed to a deliberate decision that created customer value — easy to move, hard to attribute.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NRR retention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2026-07-16T20:04:30Z</dcterms:created>
  <dcterms:modified xsi:type="dcterms:W3CDTF">2026-07-16T20:04:30Z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