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triads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triads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triad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Triads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Triads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triads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triads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triads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triads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The trap: A real NS smells like a KPI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Your triad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15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15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Pair with another triad.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16 min round 1 · 16 min round 2 · 8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triad.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20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2026-05-16T00:37:58Z</dcterms:created>
  <dcterms:modified xsi:type="dcterms:W3CDTF">2026-05-16T00:37:58Z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