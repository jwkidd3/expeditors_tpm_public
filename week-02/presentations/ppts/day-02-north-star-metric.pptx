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quads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quads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quad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Quads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Quads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quads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quads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quads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quads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25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
increases for [user segment],
measured by [single number].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25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Pair with another quad.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20 min round 1 · 20 min round 2 · 10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quad.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30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2026-08-23T18:35:50Z</dcterms:created>
  <dcterms:modified xsi:type="dcterms:W3CDTF">2026-08-23T18:35:50Z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