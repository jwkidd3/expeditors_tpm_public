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Annual recurring revenue (ARR), the classic “vanity dressed up” example, moves without customers feeling it.</a:t>
            </a:r>
          </a:p>
          <a:p>
            <a:pPr lvl="0" indent="0" marL="0">
              <a:buNone/>
            </a:pPr>
            <a:r>
              <a:rPr/>
              <a:t>The trap: A real NS smells like a key performance indicator (KPI)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2026-07-24T02:12:06Z</dcterms:created>
  <dcterms:modified xsi:type="dcterms:W3CDTF">2026-07-24T02:12:06Z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