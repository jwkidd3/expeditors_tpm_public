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Quads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quad channel matters more than it looks — quads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quads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quad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quad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quad channel</a:t>
            </a:r>
            <a:r>
              <a:rPr/>
              <a:t> per quad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quad)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quad)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quad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quad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quads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quad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2026-08-07T22:15:43Z</dcterms:created>
  <dcterms:modified xsi:type="dcterms:W3CDTF">2026-08-07T22:15:43Z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