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pre-assessment must land before Week 1 — it’s the baseline the post-assessment is measured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7’s ADO access is the one that fails loudest. Test it a full week early — section 5 says test by Friday of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workspace and hold the line. Triads that scatter artifacts across three tools lose version history — which the Week-3 review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over-invest here. Paper and a phone camera clear the bar for every diagram in the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triad channel matters more than it looks — triads persist through Week 3 and carry the mini-capstone. Give them a durable home on Day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mandate an editor. Anyone already fluent in one should keep it — the goal is comfort with markdown, not a specific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Day 3 needs one shared SaaS product cohort-wide — pick it and put the URL on a slide before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 3’s “AI off” needs saying out loud — it fails silently if people leave editor AI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6’s role-play handouts are instructor-prepared — print them before Monday, not during the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Weeks 7 and 8 each have setup steps that fail loudly if skipped — ADO access and post-assessment logins. Both need lead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two are called out separately because they have external dependencies (IT, the assessment vendor) and can’t be fixed the morning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ADO-on-paper fallback loses hands-on practice but keeps the concepts. Say that trade-off out loud rather than pretending nothing was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participants at the glossary early — the acronym load (PRD/TCD/TMD/SEP/DP) is heaviest in the first two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acceptable; paid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Models,” the cohort collectively needs three different tools. Coordinate so triads have coverage.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assessments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Azure DevOps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triad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document tooling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triad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one,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diagramming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 Q&amp;A and resource sharing</a:t>
            </a:r>
          </a:p>
          <a:p>
            <a:pPr lvl="0"/>
            <a:r>
              <a:rPr/>
              <a:t>A </a:t>
            </a:r>
            <a:r>
              <a:rPr b="1"/>
              <a:t>triad channel</a:t>
            </a:r>
            <a:r>
              <a:rPr/>
              <a:t> per triad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1–2)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/>
            <a:r>
              <a:rPr/>
              <a:t>One shared SaaS product for the Day 3 Heuristic Hunt (e.g. Trello) — same product cohort-wide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3–4)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triad)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5–6)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7–8)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triad)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facilitator guide</a:t>
            </a:r>
          </a:p>
          <a:p>
            <a:pPr lvl="0"/>
            <a:r>
              <a:rPr/>
              <a:t>☐ Confirm Week-specific instructor-prepared materials (Wk 6 stakeholder personas, Wk 7 ADO sandbox, etc.)</a:t>
            </a:r>
          </a:p>
          <a:p>
            <a:pPr lvl="0"/>
            <a:r>
              <a:rPr/>
              <a:t>☐ Verify cohort channel and triad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Pre-flight — the two that bite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</a:t>
            </a:r>
            <a:r>
              <a:rPr b="1"/>
              <a:t>Friday of Week 6</a:t>
            </a:r>
            <a:r>
              <a:rPr/>
              <a:t>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</a:t>
            </a:r>
            <a:r>
              <a:rPr b="1"/>
              <a:t>Thursday of Week 7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 up with a triad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triads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Fallback procedures (cont.)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triad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Glossary &amp; acronyms: </a:t>
            </a:r>
            <a:r>
              <a:rPr>
                <a:latin typeface="Courier"/>
              </a:rPr>
              <a:t>GLOSSARY.md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2026-08-04T16:58:33Z</dcterms:created>
  <dcterms:modified xsi:type="dcterms:W3CDTF">2026-08-04T16:58:33Z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