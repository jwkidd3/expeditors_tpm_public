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notesMaster" Target="notesMasters/notesMaster1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Weeks 3, 7, and 8 each have setup steps that fail loudly if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 for the academy; paid tier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Models” activity, the cohort collectively needs three different tools available. Coordinate so triads have coverage.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 and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asynchronous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</a:t>
            </a:r>
            <a:r>
              <a:rPr>
                <a:latin typeface="Courier"/>
              </a:rPr>
              <a:t>Facilitator pre-flight checklist</a:t>
            </a:r>
          </a:p>
          <a:p>
            <a:pPr lvl="0"/>
            <a:r>
              <a:rPr/>
              <a:t>☐ Confirm any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Friday Week 6.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Thursday Week 7.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Pair-up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markdown. Coverage similar; hands-on practice is the loss.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tools/outline.pdf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2026-05-28T12:49:54Z</dcterms:created>
  <dcterms:modified xsi:type="dcterms:W3CDTF">2026-05-28T12:49:54Z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