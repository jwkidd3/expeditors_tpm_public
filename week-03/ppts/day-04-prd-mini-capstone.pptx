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the PRD ships. §§1–7 done; today adds §§8–11 plus the integration pass. AI restored Monday — today the discipline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Status flips from Draft to “In review”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four sections must land before the integration pass. Tight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§8 ties the PRD back to the Tier Sheet from Week 2. Without it, the PRD is a feature spec disconnected from the strategy it 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primary metric is “we’ll watch a few things” — push to one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this exact structure. The discipline is in the four-checkpoint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stumble: triads pick a different metric than their NS Defense Card. Push them to reconcile.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“No risks” is the tell of a PRD written to avoid scrutiny. Block 2 forces honest naming — risks with mitigations, questions with owners, assumptions with basis.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assumption list is the most-skipped. It’s also the most senior-author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owner names. Real dates. The discipline is specificity.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“No risks” is a hard fail. If a triad insists they have none, ask: “What scenario would make us regret this?”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§10 names owners; §11 closes negotiation loops. Together they make the social network around the PRD visible — and prevent the “TBD owner”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PRDs hand-wave dependencies. Tabulating is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Pull from §3 non-goals + §4 scope-out. If §11 is short, the PRD probably under-bounded.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for real names. “TBD” as owner = unowned dependency = ships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integration pass catches drift between sections written on different days. Lock the version before close so Friday’s reviewers work against a stable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same checklist Friday’s reviewers will use. Triads who run it themselves catch their own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Even without AI use, generic prose creeps in when triads tire. The detector catches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names the section they’re proudest of and the section they’re least sure about. Reviewers will hammer the latter.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thing they would have written differently if they’d had AI this week. The honest answer often shows what AI would have ruined.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Self-prediction tunes attention for Friday. Knowing your weak section is the start of defending it well — or rewriting it before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🎯 Mini-Capstone: PRD Assembly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• Day 4 • Requirements Engineering &amp; Mini-Capstone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 — Non-AI keystone day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§8 Metrics &amp; Validation tied to your Tier Sheet and NS</a:t>
            </a:r>
          </a:p>
          <a:p>
            <a:pPr lvl="0" indent="0" marL="0">
              <a:buNone/>
            </a:pPr>
            <a:r>
              <a:rPr/>
              <a:t>Write §9 Risks &amp; Open Questions — “no risks” is a fail</a:t>
            </a:r>
          </a:p>
          <a:p>
            <a:pPr lvl="0" indent="0" marL="0">
              <a:buNone/>
            </a:pPr>
            <a:r>
              <a:rPr/>
              <a:t>Write §10 Dependencies with named owners</a:t>
            </a:r>
          </a:p>
          <a:p>
            <a:pPr lvl="0" indent="0" marL="0">
              <a:buNone/>
            </a:pPr>
            <a:r>
              <a:rPr/>
              <a:t>Write §11 Out-of-Scope Follow-ups — the negotiation tool</a:t>
            </a:r>
          </a:p>
          <a:p>
            <a:pPr lvl="0" indent="0" marL="0">
              <a:buNone/>
            </a:pPr>
            <a:r>
              <a:rPr/>
              <a:t>Run an integration pass — coherence + AI-prose detection — and lock the version for Friday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Last day non-AI; Friday pairings posted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§8 Metrics &amp; Validation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§9 Risks, Questions, Assumptions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§§10 + 11 Dependencies + Out-of-scope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Integration pass + lock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§8 Metrics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Reconnect the PRD to the strategy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§8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metric — one number, with target + defense</a:t>
            </a:r>
          </a:p>
          <a:p>
            <a:pPr lvl="0" indent="0" marL="0">
              <a:buNone/>
            </a:pPr>
            <a:r>
              <a:rPr/>
              <a:t>Counter-metric — the guardrail from your NS Defense Card</a:t>
            </a:r>
          </a:p>
          <a:p>
            <a:pPr lvl="0" indent="0" marL="0">
              <a:buNone/>
            </a:pPr>
            <a:r>
              <a:rPr/>
              <a:t>Secondary metrics (3 max) — directional indicators</a:t>
            </a:r>
          </a:p>
          <a:p>
            <a:pPr lvl="0" indent="0" marL="0">
              <a:buNone/>
            </a:pPr>
            <a:r>
              <a:rPr/>
              <a:t>Validation plan — pre-launch / 7 days / 30 days / 90 days</a:t>
            </a:r>
          </a:p>
          <a:p>
            <a:pPr lvl="0" indent="0" marL="0">
              <a:buNone/>
            </a:pPr>
            <a:r>
              <a:rPr/>
              <a:t>Definition of “good enough” — the success bar in plain words</a:t>
            </a:r>
          </a:p>
          <a:p>
            <a:pPr lvl="0" indent="0" marL="0">
              <a:buNone/>
            </a:pPr>
            <a:r>
              <a:rPr/>
              <a:t>Coherence check: the metrics here must match Week-2’s Tier Sheet. If they don’t, one of them is wrong.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§8 (FieldPulse)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§8 Metrics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Pull primary, counter, secondaries from your Tier Sheet. Set targets with defenses. Write the validation plan.</a:t>
            </a:r>
          </a:p>
          <a:p>
            <a:pPr lvl="0" indent="0" marL="0">
              <a:buNone/>
            </a:pPr>
            <a:r>
              <a:rPr/>
              <a:t>10 min: pick metrics from Tier Sheet</a:t>
            </a:r>
          </a:p>
          <a:p>
            <a:pPr lvl="0" indent="0" marL="0">
              <a:buNone/>
            </a:pPr>
            <a:r>
              <a:rPr/>
              <a:t>15 min: set targets, write defenses</a:t>
            </a:r>
          </a:p>
          <a:p>
            <a:pPr lvl="0" indent="0" marL="0">
              <a:buNone/>
            </a:pPr>
            <a:r>
              <a:rPr/>
              <a:t>10 min: validation plan</a:t>
            </a:r>
          </a:p>
          <a:p>
            <a:pPr lvl="0" indent="0" marL="0">
              <a:buNone/>
            </a:pPr>
            <a:r>
              <a:rPr/>
              <a:t>⏱ 10 + 15 + 10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§9 Risks, Questions,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Honest naming of what could go wrong, what we don’t know, and what we’re betting 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Three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</a:t>
            </a:r>
          </a:p>
          <a:p>
            <a:pPr lvl="0" indent="0" marL="0">
              <a:buNone/>
            </a:pPr>
            <a:r>
              <a:rPr/>
              <a:t>Things that could go wrong. Each gets likelihood, impact, mitigation.</a:t>
            </a:r>
          </a:p>
          <a:p>
            <a:pPr lvl="0" indent="0" marL="0">
              <a:buNone/>
            </a:pPr>
            <a:r>
              <a:rPr/>
              <a:t>“No risks” is a fail.</a:t>
            </a:r>
          </a:p>
          <a:p>
            <a:pPr lvl="0" indent="0" marL="0">
              <a:buNone/>
            </a:pPr>
            <a:r>
              <a:rPr/>
              <a:t>Open questions</a:t>
            </a:r>
          </a:p>
          <a:p>
            <a:pPr lvl="0" indent="0" marL="0">
              <a:buNone/>
            </a:pPr>
            <a:r>
              <a:rPr/>
              <a:t>Things we don’t know yet. Each gets an owner and a “needed by” date.</a:t>
            </a:r>
          </a:p>
          <a:p>
            <a:pPr lvl="0" indent="0" marL="0">
              <a:buNone/>
            </a:pPr>
            <a:r>
              <a:rPr/>
              <a:t>Assumptions</a:t>
            </a:r>
          </a:p>
          <a:p>
            <a:pPr lvl="0" indent="0" marL="0">
              <a:buNone/>
            </a:pPr>
            <a:r>
              <a:rPr/>
              <a:t>Things we’re treating as true. Basis + revisit-if condition.</a:t>
            </a:r>
          </a:p>
          <a:p>
            <a:pPr lvl="0" indent="0" marL="0">
              <a:buNone/>
            </a:pPr>
            <a:r>
              <a:rPr/>
              <a:t>Watch for: “TBD” as owner. That’s the unowned risk that slips. Force a name.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§9 (excerpt)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§9 Risks, Questions,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5 candidate risks → cull to 3–4 with mitigations. 3–5 open questions with owners. 2–4 assumptions with basis.</a:t>
            </a:r>
          </a:p>
          <a:p>
            <a:pPr lvl="0" indent="0" marL="0">
              <a:buNone/>
            </a:pPr>
            <a:r>
              <a:rPr/>
              <a:t>15 min: risks brainstorm + mitigations</a:t>
            </a:r>
          </a:p>
          <a:p>
            <a:pPr lvl="0" indent="0" marL="0">
              <a:buNone/>
            </a:pPr>
            <a:r>
              <a:rPr/>
              <a:t>10 min: open questions + owners</a:t>
            </a:r>
          </a:p>
          <a:p>
            <a:pPr lvl="0" indent="0" marL="0">
              <a:buNone/>
            </a:pPr>
            <a:r>
              <a:rPr/>
              <a:t>10 min: assumptions + basis</a:t>
            </a:r>
          </a:p>
          <a:p>
            <a:pPr lvl="0" indent="0" marL="0">
              <a:buNone/>
            </a:pPr>
            <a:r>
              <a:rPr/>
              <a:t>5 min: assign owners + by-when dates</a:t>
            </a:r>
          </a:p>
          <a:p>
            <a:pPr lvl="0" indent="0" marL="0">
              <a:buNone/>
            </a:pPr>
            <a:r>
              <a:rPr/>
              <a:t>⏱ 15 + 10 + 10 + 5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§§10 + 11 Dependencies + Out-of-Scope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Make the network around your PRD explicit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§10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Dependency</a:t>
            </a:r>
          </a:p>
          <a:p>
            <a:pPr lvl="0" indent="0" marL="0">
              <a:buNone/>
            </a:pPr>
            <a:r>
              <a:rPr/>
              <a:t>Owner</a:t>
            </a:r>
          </a:p>
          <a:p>
            <a:pPr lvl="0" indent="0" marL="0">
              <a:buNone/>
            </a:pPr>
            <a:r>
              <a:rPr/>
              <a:t>What we need</a:t>
            </a:r>
          </a:p>
          <a:p>
            <a:pPr lvl="0" indent="0" marL="0">
              <a:buNone/>
            </a:pPr>
            <a:r>
              <a:rPr/>
              <a:t>By when</a:t>
            </a:r>
          </a:p>
          <a:p>
            <a:pPr lvl="0" indent="0" marL="0">
              <a:buNone/>
            </a:pPr>
            <a:r>
              <a:rPr/>
              <a:t>Status</a:t>
            </a:r>
          </a:p>
          <a:p>
            <a:pPr lvl="0" indent="0" marL="0">
              <a:buNone/>
            </a:pPr>
            <a:r>
              <a:rPr/>
              <a:t>Auth team — SSO scope</a:t>
            </a:r>
          </a:p>
          <a:p>
            <a:pPr lvl="0" indent="0" marL="0">
              <a:buNone/>
            </a:pPr>
            <a:r>
              <a:rPr/>
              <a:t>Lin</a:t>
            </a:r>
          </a:p>
          <a:p>
            <a:pPr lvl="0" indent="0" marL="0">
              <a:buNone/>
            </a:pPr>
            <a:r>
              <a:rPr/>
              <a:t>New scope </a:t>
            </a:r>
            <a:r>
              <a:rPr>
                <a:latin typeface="Courier"/>
              </a:rPr>
              <a:t>reconcile.write</a:t>
            </a:r>
          </a:p>
          <a:p>
            <a:pPr lvl="0" indent="0" marL="0">
              <a:buNone/>
            </a:pPr>
            <a:r>
              <a:rPr/>
              <a:t>Sprint 1 Day 1</a:t>
            </a:r>
          </a:p>
          <a:p>
            <a:pPr lvl="0" indent="0" marL="0">
              <a:buNone/>
            </a:pPr>
            <a:r>
              <a:rPr/>
              <a:t>Confirmed</a:t>
            </a:r>
          </a:p>
          <a:p>
            <a:pPr lvl="0" indent="0" marL="0">
              <a:buNone/>
            </a:pPr>
            <a:r>
              <a:rPr/>
              <a:t>Data platform — schema</a:t>
            </a:r>
          </a:p>
          <a:p>
            <a:pPr lvl="0" indent="0" marL="0">
              <a:buNone/>
            </a:pPr>
            <a:r>
              <a:rPr/>
              <a:t>Pat</a:t>
            </a:r>
          </a:p>
          <a:p>
            <a:pPr lvl="0" indent="0" marL="0">
              <a:buNone/>
            </a:pPr>
            <a:r>
              <a:rPr/>
              <a:t>Schema review for 7 events</a:t>
            </a:r>
          </a:p>
          <a:p>
            <a:pPr lvl="0" indent="0" marL="0">
              <a:buNone/>
            </a:pPr>
            <a:r>
              <a:rPr/>
              <a:t>Sprint 1 Day 1</a:t>
            </a:r>
          </a:p>
          <a:p>
            <a:pPr lvl="0" indent="0" marL="0">
              <a:buNone/>
            </a:pPr>
            <a:r>
              <a:rPr/>
              <a:t>Pending</a:t>
            </a:r>
          </a:p>
          <a:p>
            <a:pPr lvl="0" indent="0" marL="0">
              <a:buNone/>
            </a:pPr>
            <a:r>
              <a:rPr/>
              <a:t>Mobile pipeline — signing</a:t>
            </a:r>
          </a:p>
          <a:p>
            <a:pPr lvl="0" indent="0" marL="0">
              <a:buNone/>
            </a:pPr>
            <a:r>
              <a:rPr/>
              <a:t>Kim</a:t>
            </a:r>
          </a:p>
          <a:p>
            <a:pPr lvl="0" indent="0" marL="0">
              <a:buNone/>
            </a:pPr>
            <a:r>
              <a:rPr/>
              <a:t>New signing cert</a:t>
            </a:r>
          </a:p>
          <a:p>
            <a:pPr lvl="0" indent="0" marL="0">
              <a:buNone/>
            </a:pPr>
            <a:r>
              <a:rPr/>
              <a:t>Pre-launch</a:t>
            </a:r>
          </a:p>
          <a:p>
            <a:pPr lvl="0" indent="0" marL="0">
              <a:buNone/>
            </a:pPr>
            <a:r>
              <a:rPr/>
              <a:t>Pending</a:t>
            </a:r>
          </a:p>
          <a:p>
            <a:pPr lvl="0" indent="0" marL="0">
              <a:buNone/>
            </a:pPr>
            <a:r>
              <a:rPr/>
              <a:t>CS — release messaging</a:t>
            </a:r>
          </a:p>
          <a:p>
            <a:pPr lvl="0" indent="0" marL="0">
              <a:buNone/>
            </a:pPr>
            <a:r>
              <a:rPr/>
              <a:t>Sam</a:t>
            </a:r>
          </a:p>
          <a:p>
            <a:pPr lvl="0" indent="0" marL="0">
              <a:buNone/>
            </a:pPr>
            <a:r>
              <a:rPr/>
              <a:t>Customer comms</a:t>
            </a:r>
          </a:p>
          <a:p>
            <a:pPr lvl="0" indent="0" marL="0">
              <a:buNone/>
            </a:pPr>
            <a:r>
              <a:rPr/>
              <a:t>T-7 days</a:t>
            </a:r>
          </a:p>
          <a:p>
            <a:pPr lvl="0" indent="0" marL="0">
              <a:buNone/>
            </a:pPr>
            <a:r>
              <a:rPr/>
              <a:t>Pending</a:t>
            </a:r>
          </a:p>
          <a:p>
            <a:pPr lvl="0" indent="0" marL="0">
              <a:buNone/>
            </a:pPr>
            <a:r>
              <a:rPr/>
              <a:t>Owner is a person, not a team. “The auth team” is unowned; “Lin from auth” is owned.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🚫 §11 Out-of-Scope Follow-ups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PRD acknowledges but won’t ship in this iteration:</a:t>
            </a:r>
          </a:p>
          <a:p>
            <a:pPr lvl="0" indent="0" marL="0">
              <a:buNone/>
            </a:pPr>
            <a:r>
              <a:rPr/>
              <a:t>Tablet layout — same flow, different breakpoint. Ticket: TICKET-1234.</a:t>
            </a:r>
          </a:p>
          <a:p>
            <a:pPr lvl="0" indent="0" marL="0">
              <a:buNone/>
            </a:pPr>
            <a:r>
              <a:rPr/>
              <a:t>Spanish localization — copy + reading order. Ticket: TICKET-1235.</a:t>
            </a:r>
          </a:p>
          <a:p>
            <a:pPr lvl="0" indent="0" marL="0">
              <a:buNone/>
            </a:pPr>
            <a:r>
              <a:rPr/>
              <a:t>Multi-shop manager view — cross-shop reconcile. Ticket: TICKET-1236.</a:t>
            </a:r>
          </a:p>
          <a:p>
            <a:pPr lvl="0" indent="0" marL="0">
              <a:buNone/>
            </a:pPr>
            <a:r>
              <a:rPr/>
              <a:t>Offline-first sync — current ships offline draft + manual reconnect; full offline-first deferred. Ticket: TICKET-1237.</a:t>
            </a:r>
          </a:p>
          <a:p>
            <a:pPr lvl="0" indent="0" marL="0">
              <a:buNone/>
            </a:pPr>
            <a:r>
              <a:rPr/>
              <a:t>Why this matters: §11 is the negotiation tool for Week 6. “I see what you might also want; here’s where it lives in the backlog.”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§§10 + 11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Tabulate dependencies (with named owners). List out-of-scope follow-ups (specific, with ticket placeholders).</a:t>
            </a:r>
          </a:p>
          <a:p>
            <a:pPr lvl="0" indent="0" marL="0">
              <a:buNone/>
            </a:pPr>
            <a:r>
              <a:rPr/>
              <a:t>20 min: dependencies (owner / what / when / status)</a:t>
            </a:r>
          </a:p>
          <a:p>
            <a:pPr lvl="0" indent="0" marL="0">
              <a:buNone/>
            </a:pPr>
            <a:r>
              <a:rPr/>
              <a:t>15 min: out-of-scope follow-ups</a:t>
            </a:r>
          </a:p>
          <a:p>
            <a:pPr lvl="0" indent="0" marL="0">
              <a:buNone/>
            </a:pPr>
            <a:r>
              <a:rPr/>
              <a:t>5 min: status sanity check (most should be “Pending”; that’s honest)</a:t>
            </a:r>
          </a:p>
          <a:p>
            <a:pPr lvl="0" indent="0" marL="0">
              <a:buNone/>
            </a:pPr>
            <a:r>
              <a:rPr/>
              <a:t>⏱ 20 + 15 + 5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Integration Pass + 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 top to bottom; fix incoherence; ship to Friday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Integration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</a:t>
            </a:r>
          </a:p>
          <a:p>
            <a:pPr lvl="0" indent="0" marL="0">
              <a:buNone/>
            </a:pPr>
            <a:r>
              <a:rPr/>
              <a:t>Pass criterion</a:t>
            </a:r>
          </a:p>
          <a:p>
            <a:pPr lvl="0" indent="0" marL="0">
              <a:buNone/>
            </a:pPr>
            <a:r>
              <a:rPr/>
              <a:t>§1 → §2 flow</a:t>
            </a:r>
          </a:p>
          <a:p>
            <a:pPr lvl="0" indent="0" marL="0">
              <a:buNone/>
            </a:pPr>
            <a:r>
              <a:rPr/>
              <a:t>Reader is motivated to keep reading</a:t>
            </a:r>
          </a:p>
          <a:p>
            <a:pPr lvl="0" indent="0" marL="0">
              <a:buNone/>
            </a:pPr>
            <a:r>
              <a:rPr/>
              <a:t>§3 goals tied to §8 metrics</a:t>
            </a:r>
          </a:p>
          <a:p>
            <a:pPr lvl="0" indent="0" marL="0">
              <a:buNone/>
            </a:pPr>
            <a:r>
              <a:rPr/>
              <a:t>Each goal references a metric</a:t>
            </a:r>
          </a:p>
          <a:p>
            <a:pPr lvl="0" indent="0" marL="0">
              <a:buNone/>
            </a:pPr>
            <a:r>
              <a:rPr/>
              <a:t>§5 sketch ↔ §6 AC</a:t>
            </a:r>
          </a:p>
          <a:p>
            <a:pPr lvl="0" indent="0" marL="0">
              <a:buNone/>
            </a:pPr>
            <a:r>
              <a:rPr/>
              <a:t>Each happy AC corresponds to a sketch step</a:t>
            </a:r>
          </a:p>
          <a:p>
            <a:pPr lvl="0" indent="0" marL="0">
              <a:buNone/>
            </a:pPr>
            <a:r>
              <a:rPr/>
              <a:t>§6 AC vs §7 NFRs</a:t>
            </a:r>
          </a:p>
          <a:p>
            <a:pPr lvl="0" indent="0" marL="0">
              <a:buNone/>
            </a:pPr>
            <a:r>
              <a:rPr/>
              <a:t>NFRs cover what AC don’t</a:t>
            </a:r>
          </a:p>
          <a:p>
            <a:pPr lvl="0" indent="0" marL="0">
              <a:buNone/>
            </a:pPr>
            <a:r>
              <a:rPr/>
              <a:t>§7 NFRs ↔ §8 observability</a:t>
            </a:r>
          </a:p>
          <a:p>
            <a:pPr lvl="0" indent="0" marL="0">
              <a:buNone/>
            </a:pPr>
            <a:r>
              <a:rPr/>
              <a:t>Every metric has an obs NFR</a:t>
            </a:r>
          </a:p>
          <a:p>
            <a:pPr lvl="0" indent="0" marL="0">
              <a:buNone/>
            </a:pPr>
            <a:r>
              <a:rPr/>
              <a:t>§4 scope-out → §11 follow-ups</a:t>
            </a:r>
          </a:p>
          <a:p>
            <a:pPr lvl="0" indent="0" marL="0">
              <a:buNone/>
            </a:pPr>
            <a:r>
              <a:rPr/>
              <a:t>Items left out appear in follow-ups</a:t>
            </a:r>
          </a:p>
          <a:p>
            <a:pPr lvl="0" indent="0" marL="0">
              <a:buNone/>
            </a:pPr>
            <a:r>
              <a:rPr/>
              <a:t>§9 risks named, owned, mitigated</a:t>
            </a:r>
          </a:p>
          <a:p>
            <a:pPr lvl="0" indent="0" marL="0">
              <a:buNone/>
            </a:pPr>
            <a:r>
              <a:rPr/>
              <a:t>No “no risks”</a:t>
            </a:r>
          </a:p>
          <a:p>
            <a:pPr lvl="0" indent="0" marL="0">
              <a:buNone/>
            </a:pPr>
            <a:r>
              <a:rPr/>
              <a:t>No AI-generic prose</a:t>
            </a:r>
          </a:p>
          <a:p>
            <a:pPr lvl="0" indent="0" marL="0">
              <a:buNone/>
            </a:pPr>
            <a:r>
              <a:rPr/>
              <a:t>Voice is consistent triad voice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✄ AI-Generic Prose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Tells to eliminate:</a:t>
            </a:r>
          </a:p>
          <a:p>
            <a:pPr lvl="0" indent="0" marL="0">
              <a:buNone/>
            </a:pPr>
            <a:r>
              <a:rPr/>
              <a:t>“It is important to note that…”</a:t>
            </a:r>
          </a:p>
          <a:p>
            <a:pPr lvl="0" indent="0" marL="0">
              <a:buNone/>
            </a:pPr>
            <a:r>
              <a:rPr/>
              <a:t>“By leveraging X, we can unlock Y…”</a:t>
            </a:r>
          </a:p>
          <a:p>
            <a:pPr lvl="0" indent="0" marL="0">
              <a:buNone/>
            </a:pPr>
            <a:r>
              <a:rPr/>
              <a:t>“This robust solution will empower stakeholders to…”</a:t>
            </a:r>
          </a:p>
          <a:p>
            <a:pPr lvl="0" indent="0" marL="0">
              <a:buNone/>
            </a:pPr>
            <a:r>
              <a:rPr/>
              <a:t>“In today’s fast-paced environment…”</a:t>
            </a:r>
          </a:p>
          <a:p>
            <a:pPr lvl="0" indent="0" marL="0">
              <a:buNone/>
            </a:pPr>
            <a:r>
              <a:rPr/>
              <a:t>Three adjectives in a row when one would do</a:t>
            </a:r>
          </a:p>
          <a:p>
            <a:pPr lvl="0" indent="0" marL="0">
              <a:buNone/>
            </a:pPr>
            <a:r>
              <a:rPr/>
              <a:t>Sentences that sound true but say nothing specific</a:t>
            </a:r>
          </a:p>
          <a:p>
            <a:pPr lvl="0" indent="0" marL="0">
              <a:buNone/>
            </a:pPr>
            <a:r>
              <a:rPr/>
              <a:t>The test: if a section could appear in any PRD for any product, rewrite it for your product.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Integration Pass + 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Solo read-through, pool issues, fix in priority order, lock. Save as “v0 — for Friday.”</a:t>
            </a:r>
          </a:p>
          <a:p>
            <a:pPr lvl="0" indent="0" marL="0">
              <a:buNone/>
            </a:pPr>
            <a:r>
              <a:rPr/>
              <a:t>15 min: solo read-through with margin notes</a:t>
            </a:r>
          </a:p>
          <a:p>
            <a:pPr lvl="0" indent="0" marL="0">
              <a:buNone/>
            </a:pPr>
            <a:r>
              <a:rPr/>
              <a:t>10 min: pool + de-dupe issues</a:t>
            </a:r>
          </a:p>
          <a:p>
            <a:pPr lvl="0" indent="0" marL="0">
              <a:buNone/>
            </a:pPr>
            <a:r>
              <a:rPr/>
              <a:t>15 min: fix coherence first, prose second</a:t>
            </a:r>
          </a:p>
          <a:p>
            <a:pPr lvl="0" indent="0" marL="0">
              <a:buNone/>
            </a:pPr>
            <a:r>
              <a:rPr/>
              <a:t>5 min: lock (Status: In review) + save v0</a:t>
            </a:r>
          </a:p>
          <a:p>
            <a:pPr lvl="0" indent="0" marL="0">
              <a:buNone/>
            </a:pPr>
            <a:r>
              <a:rPr/>
              <a:t>⏱ 15 + 10 + 15 + 5 · 15-min wrap-share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shipped</a:t>
            </a:r>
          </a:p>
          <a:p>
            <a:pPr lvl="0" indent="0" marL="0">
              <a:buNone/>
            </a:pPr>
            <a:r>
              <a:rPr/>
              <a:t>§§1–11 complete PRD</a:t>
            </a:r>
          </a:p>
          <a:p>
            <a:pPr lvl="0" indent="0" marL="0">
              <a:buNone/>
            </a:pPr>
            <a:r>
              <a:rPr/>
              <a:t>Tier-Sheet linked metrics</a:t>
            </a:r>
          </a:p>
          <a:p>
            <a:pPr lvl="0" indent="0" marL="0">
              <a:buNone/>
            </a:pPr>
            <a:r>
              <a:rPr/>
              <a:t>Risks owned and mitigated</a:t>
            </a:r>
          </a:p>
          <a:p>
            <a:pPr lvl="0" indent="0" marL="0">
              <a:buNone/>
            </a:pPr>
            <a:r>
              <a:rPr/>
              <a:t>Dependencies named</a:t>
            </a:r>
          </a:p>
          <a:p>
            <a:pPr lvl="0" indent="0" marL="0">
              <a:buNone/>
            </a:pPr>
            <a:r>
              <a:rPr/>
              <a:t>Integration pass + lock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PRD Review day</a:t>
            </a:r>
          </a:p>
          <a:p>
            <a:pPr lvl="0" indent="0" marL="0">
              <a:buNone/>
            </a:pPr>
            <a:r>
              <a:rPr/>
              <a:t>Morning: primary review</a:t>
            </a:r>
          </a:p>
          <a:p>
            <a:pPr lvl="0" indent="0" marL="0">
              <a:buNone/>
            </a:pPr>
            <a:r>
              <a:rPr/>
              <a:t>Afternoon: revisions + secondary review</a:t>
            </a:r>
          </a:p>
          <a:p>
            <a:pPr lvl="0" indent="0" marL="0">
              <a:buNone/>
            </a:pPr>
            <a:r>
              <a:rPr/>
              <a:t>End of day: signed-off PRD</a:t>
            </a:r>
          </a:p>
          <a:p>
            <a:pPr lvl="0" indent="0" marL="0">
              <a:buNone/>
            </a:pPr>
            <a:r>
              <a:rPr/>
              <a:t>Bring to Day 5: Your locked v0 PRD. Friday cadence is different — see the morning brief.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in your PRD will tomorrow’s reviewer push hardest?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2026-05-15T23:21:45Z</dcterms:created>
  <dcterms:modified xsi:type="dcterms:W3CDTF">2026-05-15T23:21:45Z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