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PRD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“§2 is unclear”</a:t>
            </a:r>
          </a:p>
          <a:p>
            <a:pPr lvl="0" indent="0" marL="0">
              <a:buNone/>
            </a:pPr>
            <a:r>
              <a:rPr/>
              <a:t>“AC could be more specific”</a:t>
            </a:r>
          </a:p>
          <a:p>
            <a:pPr lvl="0" indent="0" marL="0">
              <a:buNone/>
            </a:pPr>
            <a:r>
              <a:rPr/>
              <a:t>“NFRs feel light”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“§2 doesn’t say small-shop or large-shop dispatchers; that changes scope”</a:t>
            </a:r>
          </a:p>
          <a:p>
            <a:pPr lvl="0" indent="0" marL="0">
              <a:buNone/>
            </a:pPr>
            <a:r>
              <a:rPr/>
              <a:t>“AC #4: ‘system handles errors gracefully’ — propose: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“NFR-7 has no Compliance entry; SOC 2 audit-trail missing”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§§1–5; score Problem clarity + Strategy linkage</a:t>
            </a:r>
          </a:p>
          <a:p>
            <a:pPr lvl="0" indent="0" marL="0">
              <a:buNone/>
            </a:pPr>
            <a:r>
              <a:rPr/>
              <a:t>10–35 min: read §§6–7; score AC + NFRs</a:t>
            </a:r>
          </a:p>
          <a:p>
            <a:pPr lvl="0" indent="0" marL="0">
              <a:buNone/>
            </a:pPr>
            <a:r>
              <a:rPr/>
              <a:t>35–55 min: read §§8–11;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2026-07-01T16:56:16Z</dcterms:created>
  <dcterms:modified xsi:type="dcterms:W3CDTF">2026-07-01T16:56:16Z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