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triads. The author triad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triad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triad’s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PRD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triad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“Section 2 is unclear”</a:t>
            </a:r>
          </a:p>
          <a:p>
            <a:pPr lvl="0" indent="0" marL="0">
              <a:buNone/>
            </a:pPr>
            <a:r>
              <a:rPr/>
              <a:t>“AC could be more specific”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“Section 2 doesn’t say small- or large-shop dispatchers — changes scope”</a:t>
            </a:r>
          </a:p>
          <a:p>
            <a:pPr lvl="0" indent="0" marL="0">
              <a:buNone/>
            </a:pPr>
            <a:r>
              <a:rPr/>
              <a:t>“AC #4: ‘handles errors gracefully’ →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Review of PRD: &lt;feature name&gt;
**Reviewers:** &lt;reviewer triad&gt;
**PRD authors:** &lt;author triad&gt;
## Scores (0–4 per dimension)
| Dimension | Score | One-line rationale |
| ... |
**Total:** [weighted sum, out of 4.0]
## Top 3 strengths (specific)
1. ...
## Top 5 specific findings
1. Section ___ — &lt;label&gt;
- What we observed:
- Why it matters:
- Suggested fix:
## Open questions for the author triad</a:t>
            </a:r>
          </a:p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triads per PRD • 90 minutes</a:t>
            </a:r>
          </a:p>
          <a:p>
            <a:pPr lvl="0" indent="0" marL="0">
              <a:buNone/>
            </a:pPr>
            <a:r>
              <a:rPr/>
              <a:t>0–10 min: read Sections 1–5; score Problem clarity + Strategy linkage</a:t>
            </a:r>
          </a:p>
          <a:p>
            <a:pPr lvl="0" indent="0" marL="0">
              <a:buNone/>
            </a:pPr>
            <a:r>
              <a:rPr/>
              <a:t>10–35 min: read Sections 6–7; score AC + NFRs</a:t>
            </a:r>
          </a:p>
          <a:p>
            <a:pPr lvl="0" indent="0" marL="0">
              <a:buNone/>
            </a:pPr>
            <a:r>
              <a:rPr/>
              <a:t>35–55 min: read Sections 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triad)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triad gives a 2-min spoken summary</a:t>
            </a:r>
          </a:p>
          <a:p>
            <a:pPr lvl="0" indent="0" marL="0">
              <a:buNone/>
            </a:pPr>
            <a:r>
              <a:rPr/>
              <a:t>20 min: author triad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triad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Triad-of-three (author + 2 reviewing triads)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triad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triad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triad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Friday review-resolution log
**Reviewers (AM):** Triad B, Triad C
**Total scores:** B = 3.1 / C = 2.8 → addressed below
### Adopted
- B/Finding 2: Section 6 AC #4 was untestable. Rewrote with explicit observable.
- C/Finding 1: Section 7 missing Compliance NFR. Added retention + audit-trail.
- B/Finding 5: Section 9 risk "tech adoption" had no mitigation. Added toggle.
### Deferred
- C/Finding 3: Multi-shop manager view. DEFERRED to Section 11 + ticket.
### Pushed back
- B/Finding 4: Reviewer suggested splitting AC #2; declined because the
"ands" describe one observable state. Reasoning preserved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triad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triad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2026-07-19T11:55:49Z</dcterms:created>
  <dcterms:modified xsi:type="dcterms:W3CDTF">2026-07-19T11:55:49Z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