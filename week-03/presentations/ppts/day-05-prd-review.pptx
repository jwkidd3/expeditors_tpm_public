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triad&gt;
**PRD authors:** &lt;author triad&gt;
## Scores (0–4 per dimension)
| Dimension | Score | One-line rationale |
| ... |
**Total:** [weighted sum, out of 4.0]
## Top 3 strengths (specific)
1. ...
## Top 5 specific findings
1. § ___ — &lt;label&gt;
- What we observed:
- Why it matters:
- Suggested fix:
## Open questions for the author triad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Triad B, Triad C
**Total scores:** B = 3.1 / C = 2.8 → addressed below
### Adopted
- B/Finding 2: §6 AC #4 was untestable. Rewrote with explicit observable.
- C/Finding 1: §7 missing Compliance NFR. Added retention + audit-trail.
- B/Finding 5: §9 risk "tech adoption" had no mitigation. Added toggle.
### Deferred
- C/Finding 3: Multi-shop manager view. DEFERRED to §11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2026-07-16T20:04:49Z</dcterms:created>
  <dcterms:modified xsi:type="dcterms:W3CDTF">2026-07-16T20:04:49Z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