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Sections 1–7 done; today adds Sections 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10 names owners; Section 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Section 3 non-goals + Section 4 scope-out. If Section 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Section 8 Metrics &amp; Validation tied to your Tier Sheet and North Star (NS)</a:t>
            </a:r>
          </a:p>
          <a:p>
            <a:pPr lvl="0" indent="0" marL="0">
              <a:buNone/>
            </a:pPr>
            <a:r>
              <a:rPr/>
              <a:t>Write Section 9 Risks &amp; Open Questions — “no risks” is a fail</a:t>
            </a:r>
          </a:p>
          <a:p>
            <a:pPr lvl="0" indent="0" marL="0">
              <a:buNone/>
            </a:pPr>
            <a:r>
              <a:rPr/>
              <a:t>Write Section 10 Dependencies with named owners</a:t>
            </a:r>
          </a:p>
          <a:p>
            <a:pPr lvl="0" indent="0" marL="0">
              <a:buNone/>
            </a:pPr>
            <a:r>
              <a:rPr/>
              <a:t>Write Section 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Section 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Sections 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Section 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Sections 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Section 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On the single sign-on (SSO) scope dependency,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Section 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Product Requirements Document (PRD)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Section 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Sections 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PRD top to bottom: do the acceptance criteria (AC) and non-functional requirements (NFR) still cohere?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→ Section 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Section 3 goals tied to Section 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Section 5 sketch ↔ Section 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Section 6 AC vs Section 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Section 7 NFRs ↔ Section 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Section 4 scope-out → Section 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Section 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Sections 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2026-07-27T15:19:36Z</dcterms:created>
  <dcterms:modified xsi:type="dcterms:W3CDTF">2026-07-27T15:19:36Z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