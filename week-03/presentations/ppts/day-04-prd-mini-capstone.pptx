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Sections 1–7 done; today adds Sections 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quads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quad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10 names owners; Section 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Section 3 non-goals + Section 4 scope-out. If Section 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Quads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quads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Section 8 Metrics &amp; Validation tied to your Tier Sheet and North Star (NS)</a:t>
            </a:r>
          </a:p>
          <a:p>
            <a:pPr lvl="0" indent="0" marL="0">
              <a:buNone/>
            </a:pPr>
            <a:r>
              <a:rPr/>
              <a:t>Write Section 9 Risks &amp; Open Questions — “no risks” is a fail</a:t>
            </a:r>
          </a:p>
          <a:p>
            <a:pPr lvl="0" indent="0" marL="0">
              <a:buNone/>
            </a:pPr>
            <a:r>
              <a:rPr/>
              <a:t>Write Section 10 Dependencies with named owners</a:t>
            </a:r>
          </a:p>
          <a:p>
            <a:pPr lvl="0" indent="0" marL="0">
              <a:buNone/>
            </a:pPr>
            <a:r>
              <a:rPr/>
              <a:t>Write Section 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Section 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Sections 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Section 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8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8. Metrics &amp; validation
### Primary metric
&gt; Median reconcile-flow duration per dispatcher per shift
&gt; Baseline: 45 min  |  Target: ≤ 12 min by day 30
### Counter-metric
&gt; % of dispatchers calling support after using the new flow
&gt; If this rises by &gt; 3pp from baseline, we won the primary
&gt; for the wrong reasons.
### Secondary metrics
- Reconcile-flow abandonment rate (declining)
- Manual override entries per dispatcher (declining)
- Mobile vs paper adoption ratio (mobile climbing)
### Validation plan
- Pre-launch: AC verification suite green
- Launch + 7 days: primary directionally correct
- Launch + 30 days: primary at or below 12 min
- Launch + 90 days: counter-metric within +3pp band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25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+ 25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9 (excerpt)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Risks
| Risk | L | I | Mitigation |
|------|---|---|------------|
| Dispatchers refuse new flow because it's longer | M | H | Optional toggle in v1; observe adoption |
| Audit-log volume blows our log budget | L | M | Tier-2 sample for non-error events |
### Open questions
- Will operations VP accept temporary read-only manager view in week 1?
(Owner: Kim; needed by: 2026-05-12)
- Can audit store handle 24-month retention at this volume?
(Owner: Pat; needed by: 2026-05-19)
### Assumptions
- Median dispatcher device is mid-tier Android on 4G LTE
(basis: device-fleet snapshot Q3; revisit if changes)
- 30-day adoption signal sufficient to declare success
(basis: prior reconcile rollout; revisit if behavior non-stationary)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25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Sections 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Section 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On the single sign-on (SSO) scope dependency,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Section 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Product Requirements Document (PRD)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Section 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Sections 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30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30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PRD top to bottom: do the acceptance criteria (AC) and non-functional requirements (NFR) still cohere?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→ Section 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Section 3 goals tied to Section 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Section 5 sketch ↔ Section 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Section 6 AC vs Section 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Section 7 NFRs ↔ Section 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Section 4 scope-out → Section 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Section 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quad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25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25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Sections 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2026-08-28T15:28:29Z</dcterms:created>
  <dcterms:modified xsi:type="dcterms:W3CDTF">2026-08-28T15:28:29Z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