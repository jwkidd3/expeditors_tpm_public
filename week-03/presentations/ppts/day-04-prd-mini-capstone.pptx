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§§1–7 done; today adds §§8–11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§10 names owners; §11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§3 non-goals + §4 scope-out. If §11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§8 Metrics &amp; Validation tied to your Tier Sheet and NS</a:t>
            </a:r>
          </a:p>
          <a:p>
            <a:pPr lvl="0" indent="0" marL="0">
              <a:buNone/>
            </a:pPr>
            <a:r>
              <a:rPr/>
              <a:t>Write §9 Risks &amp; Open Questions — “no risks” is a fail</a:t>
            </a:r>
          </a:p>
          <a:p>
            <a:pPr lvl="0" indent="0" marL="0">
              <a:buNone/>
            </a:pPr>
            <a:r>
              <a:rPr/>
              <a:t>Write §10 Dependencies with named owners</a:t>
            </a:r>
          </a:p>
          <a:p>
            <a:pPr lvl="0" indent="0" marL="0">
              <a:buNone/>
            </a:pPr>
            <a:r>
              <a:rPr/>
              <a:t>Write §11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§8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§9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§§10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§8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§8 (FieldPulse)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</a:t>
            </a:r>
          </a:p>
          <a:p>
            <a:pPr lvl="0" indent="0" marL="0">
              <a:buNone/>
            </a:pPr>
            <a:r>
              <a:rPr/>
              <a:t>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§9 (excerpt)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§§10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§10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§11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§11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§§10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→ §2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§3 goals tied to §8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§5 sketch ↔ §6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§6 AC vs §7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§7 NFRs ↔ §8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§4 scope-out → §11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§9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§§1–11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2026-05-16T00:38:26Z</dcterms:created>
  <dcterms:modified xsi:type="dcterms:W3CDTF">2026-05-16T00:38:26Z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