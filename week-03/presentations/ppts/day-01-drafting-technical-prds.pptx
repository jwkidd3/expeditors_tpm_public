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Quads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quad.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Quads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quads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quad-write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quads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quads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quads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quad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20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drafts Section 1 alone, then quad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20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20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25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+ 25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25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25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2026-08-28T15:28:23Z</dcterms:created>
  <dcterms:modified xsi:type="dcterms:W3CDTF">2026-08-28T15:28:23Z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