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§§1–5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§1.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§1 and §2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§5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§1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PRD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Reqs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§1, the engineer should be willing to keep reading §2.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user’s job-to-be-done, the friction they hit today, why workarounds are inadequate.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 (paper tickets, truck stock, timecards). Maria (Interview 2) said: ‘I usually just guess on the last 4 entries by 6:30 because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§1 + §2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§1 alone, then triad picks the strongest. Repeat for §2. Quote a real customer at least once.</a:t>
            </a:r>
          </a:p>
          <a:p>
            <a:pPr lvl="0" indent="0" marL="0">
              <a:buNone/>
            </a:pPr>
            <a:r>
              <a:rPr/>
              <a:t>10 min: solo §1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§2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§3 + §4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§5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API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§5,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§5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§1 Context (engineer-readable)</a:t>
            </a:r>
          </a:p>
          <a:p>
            <a:pPr lvl="0" indent="0" marL="0">
              <a:buNone/>
            </a:pPr>
            <a:r>
              <a:rPr/>
              <a:t>§2 Problem (with customer quote)</a:t>
            </a:r>
          </a:p>
          <a:p>
            <a:pPr lvl="0" indent="0" marL="0">
              <a:buNone/>
            </a:pPr>
            <a:r>
              <a:rPr/>
              <a:t>§3 Goals + non-goals (user outcomes)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(no over-spec)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§§1–5.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§5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2026-05-16T01:27:20Z</dcterms:created>
  <dcterms:modified xsi:type="dcterms:W3CDTF">2026-05-16T01:27:20Z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