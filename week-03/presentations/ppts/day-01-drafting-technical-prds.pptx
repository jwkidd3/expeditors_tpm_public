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1270000">
              <a:buNone/>
            </a:pPr>
            <a:r>
              <a:rPr sz="2000"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2026-05-15T23:42:44Z</dcterms:created>
  <dcterms:modified xsi:type="dcterms:W3CDTF">2026-05-15T23:42:44Z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