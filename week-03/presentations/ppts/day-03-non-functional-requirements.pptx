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triads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triads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Triads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triads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Triads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triad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§§8–11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PRDs name the tensions</a:t>
            </a:r>
          </a:p>
          <a:p>
            <a:pPr lvl="0" indent="0" marL="0">
              <a:buNone/>
            </a:pPr>
            <a:r>
              <a:rPr/>
              <a:t>Deliver §7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15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proposes 1 Performance NFR; triad picks 2–3. Same drill for Observability.</a:t>
            </a:r>
          </a:p>
          <a:p>
            <a:pPr lvl="0" indent="0" marL="0">
              <a:buNone/>
            </a:pPr>
            <a:r>
              <a:rPr/>
              <a:t>15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PII / PCI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15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+ 15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PRD assembly</a:t>
            </a:r>
          </a:p>
          <a:p>
            <a:pPr lvl="0" indent="0" marL="0">
              <a:buNone/>
            </a:pPr>
            <a:r>
              <a:rPr/>
              <a:t>Add §8 Metrics, §9 Risks, §10 Deps, §11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§§1–7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2026-07-16T12:30:00Z</dcterms:created>
  <dcterms:modified xsi:type="dcterms:W3CDTF">2026-07-16T12:30:00Z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