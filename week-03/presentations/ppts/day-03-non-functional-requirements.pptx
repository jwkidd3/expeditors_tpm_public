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quads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quads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Quads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quads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Quads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quad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&lt;short name&gt;
**Category:** Performance / Security / Accessibility / Observability / Compliance
**Requirement:** &lt;specific, measurable target&gt;
**Defense:** &lt;why this number; what scenario justifies it&gt;
**Verification:** &lt;how we test/observe in production&gt;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25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latency
**Category:** Performance
**Requirement:** Modal opens within 1 second (p95) on the median
dispatcher device (mid-tier Android, 2-yr-old hardware)
on a 4G LTE connection.
**Defense:** Dispatchers tap "Reconcile all" 30+ times per shift.
At p95 = 1s, cumulative wait ≤ 30s/shift. At p95 = 3s,
wait = 90s/shift, crossing the threshold dispatchers
reported as "I'd rather use paper."
**Verification:** Synthetic transaction in Datadog from a fleet of
mid-tier devices. p95 reported daily; alert if 7-day
trailing p95 &gt; 1.2s.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event coverage
**Category:** Observability
**Requirement:** The reconcile flow emits structured events for:
open_modal, ticket_select, ticket_deselect,
submit_attempt, submit_success, submit_failure (with
reason), abandon (modal closed without submit).
**Defense:** Three Tier-Sheet operational signals (abandonment rate,
submit-failure reasons, time-to-submit) require these
events. Without them, we cannot measure success.
**Verification:** Smoke test in staging asserts each event fires;
production dashboard tracks event counts per dispatcher
per shift.</a:t>
            </a:r>
          </a:p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proposes 1 Performance NFR; quad picks 2–3. Same drill for Observability.</a:t>
            </a:r>
          </a:p>
          <a:p>
            <a:pPr lvl="0" indent="0" marL="0">
              <a:buNone/>
            </a:pPr>
            <a:r>
              <a:rPr/>
              <a:t>25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Accessibility floor
**Category:** Accessibility
**Requirement:** The reconcile flow conforms to WCAG 2.1 AA. All
interactive elements keyboard-focusable; visible focus
indicators; 4.5:1 text contrast minimum; form fields
labeled; error messages identify the field.
**Defense:** Customer base includes dispatchers using assistive
technology (Interview 3: screen-reader user). ADA
exposure is non-trivial in our segment.
**Verification:** axe-core scan on every PR; manual screen-reader
pass before launch.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Audit trail retention
**Category:** Compliance
**Requirement:** Reconcile-flow events are retained for 24 months
in the audit event store, queryable by dispatcher_id
and date range.
**Defense:** SOC 2 Type II requires user-action audit trail;
dispatch decisions are subject to wage-and-hour audit
by some state authorities.
**Verification:** Quarterly audit-trail test: random user-event
from 18 months ago must be retrievable in &lt;10 minutes.</a:t>
            </a:r>
          </a:p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25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Known trade-offs (in this section)
- **Audit logging vs latency:** NFR-7 (full event logging) adds
~30ms to the hot path tested in NFR-1. We accept this; if
hot-path latency becomes the bottleneck, we will move logging
to async dispatch.
- **Strict RBAC vs onboarding:** NFR-10 (managers cannot view
dispatcher reconciles in their first week) blocks an onboarding
scenario. Resolved: managers see read-only view in week 1; full
view in week 2.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25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+ 25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2026-08-12T22:03:57Z</dcterms:created>
  <dcterms:modified xsi:type="dcterms:W3CDTF">2026-08-12T22:03:57Z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