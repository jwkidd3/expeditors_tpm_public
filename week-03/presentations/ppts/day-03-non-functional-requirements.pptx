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 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Sections 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Product Requirements Documents (PRDs) name the tensions</a:t>
            </a:r>
          </a:p>
          <a:p>
            <a:pPr lvl="0" indent="0" marL="0">
              <a:buNone/>
            </a:pPr>
            <a:r>
              <a:rPr/>
              <a:t>Deliver Section 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 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Accessibility follows the Web Content Accessibility Guidelines (WCAG) 2.1 AA standard.</a:t>
            </a:r>
          </a:p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personally identifiable information (PII) / Payment Card Industry (PCI)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via Transport Layer Security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Product Requirements Document (PRD) assembly</a:t>
            </a:r>
          </a:p>
          <a:p>
            <a:pPr lvl="0" indent="0" marL="0">
              <a:buNone/>
            </a:pPr>
            <a:r>
              <a:rPr/>
              <a:t>Add Section 8 Metrics, Section 9 Risks, Section 10 Deps, Section 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Sections 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2026-07-20T12:36:22Z</dcterms:created>
  <dcterms:modified xsi:type="dcterms:W3CDTF">2026-07-20T12:36:22Z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