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§6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triad’s PRD §6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triads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triads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triads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Triads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triads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Triads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triad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triad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the happy path from your §5.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triad’s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PRD.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(instructor assigns)</a:t>
            </a:r>
          </a:p>
          <a:p>
            <a:pPr lvl="0" indent="0" marL="0">
              <a:buNone/>
            </a:pPr>
            <a:r>
              <a:rPr/>
              <a:t>Swap PRDs (reviewer reads §§1–5 first for context, then §6)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triad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§6, document what changed and why: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Pair with another triad. Swap PRDs. Review their AC. Author triad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§§1–5</a:t>
            </a:r>
          </a:p>
          <a:p>
            <a:pPr lvl="0" indent="0" marL="0">
              <a:buNone/>
            </a:pPr>
            <a:r>
              <a:rPr/>
              <a:t>15 min: review their §6 with the 5 failures + path coverage in mind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§§1–6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2026-05-16T00:38:18Z</dcterms:created>
  <dcterms:modified xsi:type="dcterms:W3CDTF">2026-05-16T00:38:18Z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