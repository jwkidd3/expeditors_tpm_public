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quads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quads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quads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Quads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quads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Quads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quad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quad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&lt;a precondition / starting state&gt;
When &lt;an action or event happens&gt;
Then &lt;an observable, falsifiable result&gt;</a:t>
            </a:r>
          </a:p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a dispatcher viewing the end-of-shift summary
When they tap "Reconcile all"
Then the reconcile modal opens within 1 second
and shows all open tickets pre-selected
and the header shows the count of tickets selected</a:t>
            </a:r>
          </a:p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0 open tickets
When they tap "Reconcile all"
Then a non-modal toast appears with text "No tickets to reconcile"
and the dispatcher remains on the summary screen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47 open tickets (more than modal can list)
When they tap "Reconcile all"
Then the modal opens with the first 25 tickets pre-selected
and a banner reads "22 more tickets — load more"
and a tap on the banner appends the next 25 below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quad’s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quad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  <a:p>
            <a:pPr lvl="0" indent="0">
              <a:buNone/>
            </a:pPr>
            <a:r>
              <a:rPr>
                <a:latin typeface="Courier"/>
              </a:rPr>
              <a:t>## Review-resolution note (Day 2)
**Reviewers:** Quad B
**Findings:**
1. AC #3 was vague ("loads fast") — REWROTE with explicit 1-sec target
2. Missing weird-path AC for offline submit — ADDED as AC #11
3. AC #7 was implementation-prescriptive — REWROTE in user terms
**Deferred:**
- Reviewer suggested AC for "user clicks back button" — DEFERRED to NFR
discussion Day 3 (more about state preservation than acceptance)
**Pushed back:**
- Reviewer suggested splitting AC #2 — DECLINED. Original "and"
describes one observable state, not multiple behaviors.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Pair with another quad. Swap PRDs. Review their AC. Author quad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2026-08-07T22:16:08Z</dcterms:created>
  <dcterms:modified xsi:type="dcterms:W3CDTF">2026-08-07T22:16:08Z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