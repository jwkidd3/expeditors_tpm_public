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</a:t>
            </a:r>
          </a:p>
          <a:p>
            <a:pPr lvl="1" indent="0" marL="342900">
              <a:buNone/>
            </a:pPr>
            <a:r>
              <a:rPr/>
              <a:t>If only one team owns it, separation buys mostly ops cost.</a:t>
            </a:r>
          </a:p>
          <a:p>
            <a:pPr lvl="1" indent="-342900" marL="685800">
              <a:buAutoNum startAt="2" type="arabicPeriod"/>
            </a:pPr>
            <a:r>
              <a:rPr/>
              <a:t>Failure domain</a:t>
            </a:r>
          </a:p>
          <a:p>
            <a:pPr lvl="2" indent="0" marL="685800">
              <a:buNone/>
            </a:pPr>
            <a:r>
              <a:rPr/>
              <a:t>What independent failure do we want?</a:t>
            </a:r>
          </a:p>
          <a:p>
            <a:pPr lvl="2" indent="0" marL="685800">
              <a:buNone/>
            </a:pPr>
            <a:r>
              <a:rPr/>
              <a:t>If the feature can’t function without its dependencies anyway, separation buys no resilience.</a:t>
            </a:r>
          </a:p>
          <a:p>
            <a:pPr lvl="2" indent="-342900" marL="1028700">
              <a:buAutoNum startAt="3" type="arabicPeriod"/>
            </a:pPr>
            <a:r>
              <a:rPr/>
              <a:t>Scaling axis</a:t>
            </a:r>
          </a:p>
          <a:p>
            <a:pPr lvl="3" indent="0" marL="1028700">
              <a:buNone/>
            </a:pPr>
            <a:r>
              <a:rPr/>
              <a:t>What scale curve are we anticipating?</a:t>
            </a:r>
          </a:p>
          <a:p>
            <a:pPr lvl="3" indent="0" marL="1028700">
              <a:buNone/>
            </a:pPr>
            <a:r>
              <a:rPr/>
              <a:t>If load is uniform, one runtime is cheaper.</a:t>
            </a:r>
          </a:p>
          <a:p>
            <a:pPr lvl="3" indent="0" marL="102870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2026-05-16T00:38:33Z</dcterms:created>
  <dcterms:modified xsi:type="dcterms:W3CDTF">2026-05-16T00:38:33Z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