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Triads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Triads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triad’s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Technical Concept Document (TCD)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15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Section 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Run the three-question frame against your locked Product Requirements Document (PRD) feature. Draft TCD Section 1.</a:t>
            </a:r>
          </a:p>
          <a:p>
            <a:pPr lvl="0" indent="0" marL="0">
              <a:buNone/>
            </a:pPr>
            <a:r>
              <a:rPr/>
              <a:t>5 min: re-read PRD Section 10 (Dependencies)</a:t>
            </a:r>
          </a:p>
          <a:p>
            <a:pPr lvl="0" indent="0" marL="0">
              <a:buNone/>
            </a:pPr>
            <a:r>
              <a:rPr/>
              <a:t>15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Section 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Each integration carries a failure stance — e.g., single sign-on (SSO) for auth, a dead-letter queue (DLQ) for audit writes — which later hardens into acceptance criteria (AC).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you, sometimes touching personally identifiable information (PII) handling.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Section 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integrations from PRD Section 10 + anything missed. Characterize each. Mark two-way contracts.</a:t>
            </a:r>
          </a:p>
          <a:p>
            <a:pPr lvl="0" indent="0" marL="0">
              <a:buNone/>
            </a:pPr>
            <a:r>
              <a:rPr/>
              <a:t>15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Section 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Section 1 + Section 2. Add provenance note.</a:t>
            </a:r>
          </a:p>
          <a:p>
            <a:pPr lvl="0" indent="0" marL="0">
              <a:buNone/>
            </a:pPr>
            <a:r>
              <a:rPr/>
              <a:t>10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Sections 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Threat-model pass using the STRIDE model (Spoofing, Tampering, Repudiation, Information disclosure, Denial of service, Elevation of privilege)</a:t>
            </a:r>
          </a:p>
          <a:p>
            <a:pPr lvl="0" indent="0" marL="0">
              <a:buNone/>
            </a:pPr>
            <a:r>
              <a:rPr/>
              <a:t>Revising PRD’s Security non-functional requirements (NFRs) at architectural level</a:t>
            </a:r>
          </a:p>
          <a:p>
            <a:pPr lvl="0" indent="0" marL="0">
              <a:buNone/>
            </a:pPr>
            <a:r>
              <a:rPr/>
              <a:t>Bring to Day 2: Your TCD Sections 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2026-07-27T15:19:40Z</dcterms:created>
  <dcterms:modified xsi:type="dcterms:W3CDTF">2026-07-27T15:19:40Z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