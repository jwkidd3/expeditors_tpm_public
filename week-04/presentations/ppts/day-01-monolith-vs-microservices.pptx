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Technical Concept Document (TCD)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Section 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**&lt;modular monolith / new module
in the existing service / new microservice / hybrid&gt;** because:
- **Deploy cadence:** [whose tempo are we protecting]
- **Failure domain:** [what should keep running if X fails]
- **Scaling axis:** [what curve do we expect]
**Trade-off accepted:** [the cost of this choice — be honest]
**Revisit if:** [the trigger that would change the answer]</a:t>
            </a:r>
          </a:p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a **new module in the existing
mobile-app monolith** because:
- **Deploy cadence:** Only the Dispatcher Workflow squad will own
this code; we have no cross-team deploy contention to resolve.
- **Failure domain:** Reconcile depends on Tickets API and Auth;
if either is down, the feature can't function. Separation buys
no resilience.
- **Scaling axis:** Reconcile traffic is bounded by dispatcher
shifts (predictable daily curve, &lt; 10K active dispatchers).
Same scale curve as the rest of the mobile app.
**Trade-off accepted:** A future split (e.g., into a "shift-end
workflows" service) becomes harder once this code lives next to
existing modules.
**Revisit if:** Reconcile traffic exceeds 5x rest-of-app, OR a
second team starts contributing reconcile features.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Product Requirements Document (PRD) feature. Draft TCD Section 1.</a:t>
            </a:r>
          </a:p>
          <a:p>
            <a:pPr lvl="0" indent="0" marL="0">
              <a:buNone/>
            </a:pPr>
            <a:r>
              <a:rPr/>
              <a:t>5 min: re-read PRD Section 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Section 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Each integration carries a failure stance — e.g., single sign-on (SSO) for auth, a dead-letter queue (DLQ) for audit writes — which later hardens into acceptance criteria (AC).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you, sometimes touching personally identifiable information (PII) handling.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Section 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Section 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Section 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staff engineer reviewing an architecture stance.
Context: &lt;paste TCD Section 1 + integration table&gt;
Task: Identify the 3 strongest objections to the stance.
Constraints:
- Treat the proposed approach as a starting point, not a verdict
- For each objection, name the specific scenario where it would matter
- Flag any place the rationale relies on assumptions not stated above
Format: Numbered list of objections, each with a scenario.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Section 1 + Section 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Sections 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Threat-model pass using the STRIDE model (Spoofing, Tampering, Repudiation, Information disclosure, Denial of service, Elevation of privilege)</a:t>
            </a:r>
          </a:p>
          <a:p>
            <a:pPr lvl="0" indent="0" marL="0">
              <a:buNone/>
            </a:pPr>
            <a:r>
              <a:rPr/>
              <a:t>Revising PRD’s Security non-functional requirements (NFRs) at architectural level</a:t>
            </a:r>
          </a:p>
          <a:p>
            <a:pPr lvl="0" indent="0" marL="0">
              <a:buNone/>
            </a:pPr>
            <a:r>
              <a:rPr/>
              <a:t>Bring to Day 2: Your TCD Sections 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2026-08-04T16:59:10Z</dcterms:created>
  <dcterms:modified xsi:type="dcterms:W3CDTF">2026-08-04T16:59:10Z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