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Sections 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Section 3 (audit), Section 4 (latency SLO), and Section 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Sections 1–6</a:t>
            </a:r>
          </a:p>
          <a:p>
            <a:pPr lvl="0" indent="0" marL="0">
              <a:buNone/>
            </a:pPr>
            <a:r>
              <a:rPr/>
              <a:t>Cross-review with another triad and ship the TCD as a sibling to the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Sections 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Section 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Section 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Section 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Section 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Section 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Section 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Section 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stance ↔ Section 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Section 2 integrations ↔ Section 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Section 3 NFRs ↔ Section 4 SLOs</a:t>
            </a:r>
          </a:p>
          <a:p>
            <a:pPr lvl="0" indent="0" marL="0">
              <a:buNone/>
            </a:pPr>
            <a:r>
              <a:rPr/>
              <a:t>Conflicts surface as Section 5 trade-offs</a:t>
            </a:r>
          </a:p>
          <a:p>
            <a:pPr lvl="0" indent="0" marL="0">
              <a:buNone/>
            </a:pPr>
            <a:r>
              <a:rPr/>
              <a:t>Section 4 SLOs ↔ Section 5 trade-offs</a:t>
            </a:r>
          </a:p>
          <a:p>
            <a:pPr lvl="0" indent="0" marL="0">
              <a:buNone/>
            </a:pPr>
            <a:r>
              <a:rPr/>
              <a:t>Latency cost appears in Section 5 if accepted</a:t>
            </a:r>
          </a:p>
          <a:p>
            <a:pPr lvl="0" indent="0" marL="0">
              <a:buNone/>
            </a:pPr>
            <a:r>
              <a:rPr/>
              <a:t>Sections 1–5 ↔ Section 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SLOs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+ security NFRs</a:t>
            </a:r>
          </a:p>
          <a:p>
            <a:pPr lvl="0" indent="0" marL="0">
              <a:buNone/>
            </a:pPr>
            <a:r>
              <a:rPr/>
              <a:t>Three SLOs + latency budget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PRD. The component map drives Week 5 data modeling; the SLOs drive perf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2026-07-19T11:55:59Z</dcterms:created>
  <dcterms:modified xsi:type="dcterms:W3CDTF">2026-07-19T11:55:59Z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