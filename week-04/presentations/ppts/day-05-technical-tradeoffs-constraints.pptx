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§§5–6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Triads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triad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§3 (audit), §4 (latency SLO), and §5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triads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triad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§§1–6</a:t>
            </a:r>
          </a:p>
          <a:p>
            <a:pPr lvl="0" indent="0" marL="0">
              <a:buNone/>
            </a:pPr>
            <a:r>
              <a:rPr/>
              <a:t>Cross-review with another triad and ship the TCD as a sibling to the PRD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</a:t>
            </a:r>
          </a:p>
          <a:p>
            <a:pPr lvl="0" indent="0" marL="0">
              <a:buNone/>
            </a:pPr>
            <a:r>
              <a:rPr/>
              <a:t>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Brainstorm 8–10 candidates from §§1–4. Categorize. Cull to 5 finalists. Rough out structure.</a:t>
            </a:r>
          </a:p>
          <a:p>
            <a:pPr lvl="0" indent="0" marL="0">
              <a:buNone/>
            </a:pPr>
            <a:r>
              <a:rPr/>
              <a:t>15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15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§5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§1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§3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§3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§4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§4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§5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stance ↔ §2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§2 integrations ↔ §3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§3 NFRs ↔ §4 SLOs</a:t>
            </a:r>
          </a:p>
          <a:p>
            <a:pPr lvl="0" indent="0" marL="0">
              <a:buNone/>
            </a:pPr>
            <a:r>
              <a:rPr/>
              <a:t>Conflicts surface as §5 trade-offs</a:t>
            </a:r>
          </a:p>
          <a:p>
            <a:pPr lvl="0" indent="0" marL="0">
              <a:buNone/>
            </a:pPr>
            <a:r>
              <a:rPr/>
              <a:t>§4 SLOs ↔ §5 trade-offs</a:t>
            </a:r>
          </a:p>
          <a:p>
            <a:pPr lvl="0" indent="0" marL="0">
              <a:buNone/>
            </a:pPr>
            <a:r>
              <a:rPr/>
              <a:t>Latency cost appears in §5 if accepted</a:t>
            </a:r>
          </a:p>
          <a:p>
            <a:pPr lvl="0" indent="0" marL="0">
              <a:buNone/>
            </a:pPr>
            <a:r>
              <a:rPr/>
              <a:t>§§1–5 ↔ §6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SLOs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20 min: cross-review with another triad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+ 20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+ revised security NFRs</a:t>
            </a:r>
          </a:p>
          <a:p>
            <a:pPr lvl="0" indent="0" marL="0">
              <a:buNone/>
            </a:pPr>
            <a:r>
              <a:rPr/>
              <a:t>Three SLOs + latency budget + rate limits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 — sibling to PRD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Performance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your PRD. The TCD’s component map drives Week 5’s data modeling; the SLOs drive performance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2026-05-15T23:43:17Z</dcterms:created>
  <dcterms:modified xsi:type="dcterms:W3CDTF">2026-05-15T23:43:17Z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