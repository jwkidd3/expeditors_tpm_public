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revised security NFRs</a:t>
            </a:r>
          </a:p>
          <a:p>
            <a:pPr lvl="0" indent="0" marL="0">
              <a:buNone/>
            </a:pPr>
            <a:r>
              <a:rPr/>
              <a:t>Three SLOs + latency budget + rate limits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 — sibling to PRD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Performance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your PRD. The TCD’s component map drives Week 5’s data modeling; the SLOs drive performance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2026-07-01T17:22:17Z</dcterms:created>
  <dcterms:modified xsi:type="dcterms:W3CDTF">2026-07-01T17:22:17Z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