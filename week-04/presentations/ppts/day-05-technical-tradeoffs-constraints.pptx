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Quads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quad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quads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quad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quad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25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25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N — &lt;short name&gt;
**Tension:** &lt;category&gt; — &lt;framing in one sentence&gt;
**Option A:** &lt;1–2 sentences&gt;
**Option B:** &lt;1–2 sentences&gt;
**Choice:** Option A.
**Why:** &lt;2–3 sentences — defended in business + operational terms&gt;
**Accepted cost:** &lt;what we give up, concretely&gt;
**Revisit trigger:** &lt;metric or organizational change&gt;</a:t>
            </a:r>
          </a:p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2 — Sync vs async write to audit
**Tension:** Latency vs durability.
**Option A:** Synchronous write to audit event store
before responding to user.
**Option B:** Async publish to Event Hubs audit stream;
consumer writes to store.
**Choice:** Option B.
**Why:** Synchronous would add 30–80ms to the reconcile
latency budget, breaking the p95 ≤ 1000ms SLO. Async
with Event Hubs durability is sufficient for SOC 2 audit
requirements. The DLQ on the consumer handles rare
write failures.
**Accepted cost:** Audit events may lag 1–10s behind user
action; a regulator querying within seconds may see
stale state.
**Revisit trigger:** A regulator or customer requires
synchronous audit visibility within &lt; 1 second.</a:t>
            </a:r>
          </a:p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30 min: cross-review with another quad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+ 30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2026-08-23T18:36:17Z</dcterms:created>
  <dcterms:modified xsi:type="dcterms:W3CDTF">2026-08-23T18:36:17Z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