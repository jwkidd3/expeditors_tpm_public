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quads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Event Hubs.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quads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quad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Legend
- ◻ Box with no fill   = system / module owned by us
- ◼ Box with fill      = external system (out of our control)
- 👤 Stick figure       = person (role)
- → Solid arrow        = synchronous call
- ⇢ Dashed arrow       = async / event
- (label on arrow)     = intent in plain English</a:t>
            </a:r>
          </a:p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quad.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quad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[Mobile (Android)]──→  ╔══════════════════════════════╗
[Mobile (iOS)]    ──→  ║      Backend Monolith         ║
║                               ║
║  ┌──────────────────────┐     ║
║  │ Reconcile module     │     ║
║  │ (new — owned by us)  │     ║
║  └──────────────────────┘     ║
║  ┌──────────────────────┐     ║
║  │ Tickets module       │     ║
║  │ (Dispatch team)      │     ║
║  └──────────────────────┘     ║
║  ┌──────────────────────┐     ║
║  │ Auth module          │     ║
║  │ (Identity team)      │     ║
║  └──────────────────────┘     ║
╚════════════╤═══════════════════╝
↓ sync
[Postgres primary] → [Read replica]
⇢ async
[Event Hubs audit stream] ⇢ [Audit store]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stream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Principal architect reviewing a feature's C4 Container diagram.
Context: &lt;plain-text description: containers + tech + arrows + owners&gt;
Stance: &lt;copy from TCD Section 1&gt;
Task: Identify the top 3 issues. For each, name the specific scenario.
Constraints:
- Treat ownership and tech as given, not as targets
- Flag any unstated assumption
- Do not suggest generic 'modernization'
Format: Numbered list — Issue / Scenario / Suggested clarification.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Technical Concept Document (TCD)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Service Level Objectives (SLOs)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2026-08-10T21:38:26Z</dcterms:created>
  <dcterms:modified xsi:type="dcterms:W3CDTF">2026-08-10T21:38:26Z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