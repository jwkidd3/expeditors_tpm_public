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Technical Concept Document (TCD) Section 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Service Level Objectives (SLOs)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2026-07-24T02:12:28Z</dcterms:created>
  <dcterms:modified xsi:type="dcterms:W3CDTF">2026-07-24T02:12:28Z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