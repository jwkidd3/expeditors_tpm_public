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§4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SLI / SLO / SLA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 ≤ ms % of the time over 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“% of requests succeed over 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 rps per 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(Kafka/SQS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§4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TCD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§§5–6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§§1–4.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2026-05-16T01:27:45Z</dcterms:created>
  <dcterms:modified xsi:type="dcterms:W3CDTF">2026-05-16T01:27:45Z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