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quads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quad’s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quads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“p&lt;N&gt; ≤ &lt;X&gt;ms &lt;PCT&gt;% of the time over &lt;window&gt;”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“&lt;N&gt;% of requests succeed over &lt;window&gt;”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&lt;X&gt; rps per &lt;scope&gt;”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(Event Hubs/Service Bus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SLO target: p95 ≤ 1000ms
Path: Mobile → API GW → Reconcile → Postgres read
→ Tickets module
→ Postgres write
→ Audit publish
→ response back
Estimated:
Mobile→API GW round trip:    80ms
API GW → Reconcile:           20ms
Postgres read:                30ms
Tickets module call (sync):  100ms ← dominates
Postgres write:               40ms
Audit publish (async):        10ms
Reconcile → API GW response:  20ms
Response back:                80ms
─────
~380ms median
p95 likely ~700–900ms ✓
</a:t>
            </a:r>
          </a:p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quad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reliability engineer reviewing a feature's SLO sheet.
Context: &lt;paste SLO sheet + latency walk + rate-limit policy&gt;
Architecture stance: &lt;paste TCD Section 1&gt;
Task: Identify the top 3 reasons the SLOs as written might
not be sustainable.
Constraints:
- Use only the information provided; do not invent platform details
- Be specific: which SLO, which scenario, which condition
- Suggest a more realistic alternative for each
Format: Numbered list — Issue / Scenario / Suggested target.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Cross-quad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2026-08-07T22:16:21Z</dcterms:created>
  <dcterms:modified xsi:type="dcterms:W3CDTF">2026-08-07T22:16:21Z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