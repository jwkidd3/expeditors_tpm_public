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TCD Section 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quads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quad’s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quads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Service Level Indicator (SLI) / Service Level Objective (SLO) / Service Level Agreement (SLA)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“p&lt;N&gt; ≤ &lt;X&gt;ms &lt;PCT&gt;% of the time over &lt;window&gt;”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“&lt;N&gt;% of requests succeed over &lt;window&gt;”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&lt;X&gt; rps per &lt;scope&gt;”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25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25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SLO — Latency
**Measurement:** Reconcile modal open time, mobile client.
**Target:** p95 ≤ 1000ms, 99% over 30 days.
**Defense:** Dispatchers tap reconcile 30+ times/shift; &gt; 1s
crosses the "I'd rather use paper" threshold (Wk 1
interview Maria, Tier Sheet op-signal #2).
**Verification:** Synthetic transaction in Datadog.
### SLO — Availability
**Measurement:** Successful (non-5xx) reconcile submissions.
**Target:** 99.5% over 30 days.
**Error budget:** ~3.6 hrs/month.
**Defense:** Dispatch volume averages 200 reconciles/day; 30-min
outage during peak shift = ~50 affected dispatchers.
**Verification:** Pingdom + 5xx alerting.
**Budget consequence:** If 7-day rolling burns &gt;50% of budget,
we freeze new feature merges and prioritize reliability.
### Rate-limit policy
**Per-user:** 10 reconcile-submits/sec, burst 30.
**Per-tenant:** 100 reconcile-submits/sec.
**Failure mode:** HTTP 429 with Retry-After header; client
implements exponential backoff with jitter.
**Defense:** Protects against runaway script bug seen in the
2024 dispatcher-tool incident.
**Verification:** Load test before launch; rate-limit cap dashboard.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25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(Event Hubs/Service Bus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 — even a Transport Layer Security (TLS) handshake varies by platform.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SLO target: p95 ≤ 1000ms
Path: Mobile → API GW → Reconcile → Postgres read
→ Tickets module
→ Postgres write
→ Audit publish
→ response back
Estimated:
Mobile→API GW round trip:    80ms
API GW → Reconcile:           20ms
Postgres read:                30ms
Tickets module call (sync):  100ms ← dominates
Postgres write:               40ms
Audit publish (async):        10ms
Reconcile → API GW response:  20ms
Response back:                80ms
─────
~380ms median
p95 likely ~700–900ms ✓
</a:t>
            </a:r>
          </a:p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25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quad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reliability engineer reviewing a feature's SLO sheet.
Context: &lt;paste SLO sheet + latency walk + rate-limit policy&gt;
Architecture stance: &lt;paste TCD Section 1&gt;
Task: Identify the top 3 reasons the SLOs as written might
not be sustainable.
Constraints:
- Use only the information provided; do not invent platform details
- Be specific: which SLO, which scenario, which condition
- Suggest a more realistic alternative for each
Format: Numbered list — Issue / Scenario / Suggested target.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30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Section 4 + provenance note</a:t>
            </a:r>
          </a:p>
          <a:p>
            <a:pPr lvl="0" indent="0" marL="0">
              <a:buNone/>
            </a:pPr>
            <a:r>
              <a:rPr/>
              <a:t>⏱ 30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Technical Concept Document (TCD)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Sections 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Cross-quad review of the full TCD</a:t>
            </a:r>
          </a:p>
          <a:p>
            <a:pPr lvl="0" indent="0" marL="0">
              <a:buNone/>
            </a:pPr>
            <a:r>
              <a:rPr/>
              <a:t>Bring to Day 5: Your TCD Sections 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2026-08-28T15:28:40Z</dcterms:created>
  <dcterms:modified xsi:type="dcterms:W3CDTF">2026-08-28T15:28:40Z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