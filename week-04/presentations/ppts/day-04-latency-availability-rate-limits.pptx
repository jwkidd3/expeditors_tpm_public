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TCD §4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triads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triad’s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triads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SLI / SLO / SLA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 ≤ ms % of the time over 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“% of requests succeed over 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 rps per 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(Kafka/SQS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triad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§4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TCD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§§5–6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Cross-triad review of the full TCD</a:t>
            </a:r>
          </a:p>
          <a:p>
            <a:pPr lvl="0" indent="0" marL="0">
              <a:buNone/>
            </a:pPr>
            <a:r>
              <a:rPr/>
              <a:t>Bring to Day 5: Your TCD §§1–4.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2026-07-16T12:30:13Z</dcterms:created>
  <dcterms:modified xsi:type="dcterms:W3CDTF">2026-07-16T12:30:13Z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