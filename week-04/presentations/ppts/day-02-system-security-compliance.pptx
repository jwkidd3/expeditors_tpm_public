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 model (Spoofing, Tampering, Repudiation, Information disclosure, Denial of service, Elevation of privilege)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non-functional requirements (NFRs)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— or a bare “Transport Layer Security (TLS)” —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Product Requirements Document (PRD)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General Data Protection Regulation (GDPR), California Consumer Privacy Act (CCPA). PII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 (health records), PCI-DSS (card data), FERPA (student records), SOX (financial reporting),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Technical Concept Document (TCD) Section 3 doesn’t replace PRD Section 7. It deepens it — e.g., a loose “single sign-on (SSO)” line becomes a concrete scope.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2026-07-27T15:19:42Z</dcterms:created>
  <dcterms:modified xsi:type="dcterms:W3CDTF">2026-07-27T15:19:42Z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