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Section 3 — supersedes PRD Section 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Section 7 in place — but reference the TCD Section 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threat-model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NFRs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PRD Section 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CCPA, US state privacy laws. Personal data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HIPAA, PCI-DSS, FERPA, SOX,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TCD Section 3 doesn’t replace PRD Section 7. It deepens it.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Security brief — &lt;feature&gt;
## Summary (3 bullets)
## Data flow
(link to TCD Section 2)
## Top 5 threats (from STRIDE pass)
## Open questions for security team
## Decisions we've already made (and their justification)</a:t>
            </a:r>
          </a:p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Sections 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2026-07-19T11:55:53Z</dcterms:created>
  <dcterms:modified xsi:type="dcterms:W3CDTF">2026-07-19T11:55:53Z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