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Section 3 — supersedes PRD Section 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Section 7 in place — but reference the TCD Section 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 model (Spoofing, Tampering, Repudiation, Information disclosure, Denial of service, Elevation of privilege)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non-functional requirements (NFRs)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Sections 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— or a bare “Transport Layer Security (TLS)” —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Product Requirements Document (PRD) Section 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California Consumer Privacy Act (CCPA), US state privacy laws. Personally identifiable information (PII)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 (health records), PCI-DSS (card data), FERPA (student records), SOX (financial reporting),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Technical Concept Document (TCD) Section 3 doesn’t replace PRD Section 7. It deepens it — e.g., a loose “single sign-on (SSO)” line becomes a concrete scope.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Security brief — &lt;feature&gt;
## Summary (3 bullets)
## Data flow
(link to TCD Section 2)
## Top 5 threats (from STRIDE pass)
## Open questions for security team
## Decisions we've already made (and their justification)</a:t>
            </a:r>
          </a:p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Sections 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2026-07-24T02:12:26Z</dcterms:created>
  <dcterms:modified xsi:type="dcterms:W3CDTF">2026-07-24T02:12:26Z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