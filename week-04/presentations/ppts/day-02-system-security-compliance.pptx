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§3 — supersedes PRD §7’s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§7 in place — but reference the TCD §3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threat-model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NFRs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PRD §5.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CCPA, US state privacy laws. Personal data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HIPAA, PCI-DSS, FERPA, SOX,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TCD §3 doesn’t replace PRD §7. It deepens it.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§§1–3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2026-07-01T16:56:19Z</dcterms:created>
  <dcterms:modified xsi:type="dcterms:W3CDTF">2026-07-01T16:56:19Z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