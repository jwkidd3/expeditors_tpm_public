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>
              <a:buNone/>
            </a:pPr>
            <a:r>
              <a:rPr>
                <a:latin typeface="Courier"/>
              </a:rPr>
              <a:t>[User] →(auth)→ [Frontend] →(API)→ [Backend service]
↓
[Datastore]
↓
[Audit / events]
↓
[Downstream consumer]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&lt;short name&gt;
**STRIDE letter:** S / T / R / I / D / E
**Where:** [box or arrow in your data flow]
**Scenario:** [one sentence]
**Likelihood:** L / M / H
**Impact:** L / M / H
**Mitigation:** [specific control; "TLS" is not a complete answer]
**Owner:** [security team, you, the architect]</a:t>
            </a:r>
          </a:p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Threat — Repudiation of reconcile submission
**STRIDE letter:** R
**Where:** [Mobile app] →(submit)→ [Reconcile API]
**Scenario:** A dispatcher denies submitting a reconcile that
triggered an incorrect timecard charge.
**Likelihood:** L
**Impact:** H (wage-and-hour audit exposure)
**Mitigation:** Server-side audit event with: dispatcher_id, ticket_ids,
timestamp, signed JWT used, user-agent. 24-month retention.
Tied to NFR-Audit-Trail.
**Owner:** Security architect (validates retention; we own implementation).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General Data Protection Regulation (GDPR), California Consumer Privacy Act (CCPA). PII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security architect.
Context: &lt;paste the security brief&gt;
Task: What's the strongest objection a senior security architect
would raise after reading this brief?
Constraints:
- Be specific to the data and integrations described
- Do not suggest generic best practices
- Flag any place rationale relies on un-stated assumptions
Format: Top 3 objections, each with a scenario.</a:t>
            </a:r>
          </a:p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2026-08-04T16:59:12Z</dcterms:created>
  <dcterms:modified xsi:type="dcterms:W3CDTF">2026-08-04T16:59:12Z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