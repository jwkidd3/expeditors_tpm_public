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triads ask these 4. Author triad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DP §1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PRDs/TCDs/TMDs/SEPs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triad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author-triad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ADO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§1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2026-07-01T16:56:42Z</dcterms:created>
  <dcterms:modified xsi:type="dcterms:W3CDTF">2026-07-01T16:56:42Z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