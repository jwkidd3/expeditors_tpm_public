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triads ask these 4. Author triad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Delivery Plan (DP)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outcome ties to a key performance indicator (KPI) from the Tier Sheet.</a:t>
            </a:r>
          </a:p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the Product Requirements Document (PRD), Technical Concept Document (TCD), Technical Modeling Document (TMD), and Stakeholder Engagement Plan (SEP)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triad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author-triad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Azure DevOps (ADO)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2026-07-27T15:20:09Z</dcterms:created>
  <dcterms:modified xsi:type="dcterms:W3CDTF">2026-07-27T15:20:09Z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