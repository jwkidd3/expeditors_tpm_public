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quads ask these 4. Author quad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Delivery Plan (DP) Section 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25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25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outcome ties to a key performance indicator (KPI) from the Tier Sheet.</a:t>
            </a:r>
          </a:p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Section 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Primary: Median dispatcher reconcile time drops from 45 min
to ≤ 12 min within 30 days of launch.
Tied to: Tier Sheet primary metric.
Leading: % of reconcile-flow runs that complete on
first attempt (target ≥ 80% by week 2).
Supporting:
- Reconcile-flow abandonment drops to ≤ 5%
- Manual override entries per dispatcher drop ≥ 50%
- Mobile reconcile adoption climbs to ≥ 70% of accounts
Counter-outcome: Support tickets about reconcile flow rise
&gt; 20%. (If we won the primary by adding new pain.)
Explicitly NOT outcoming on:
- Tablet adoption (out of scope this iteration)
- Multi-shop manager view metrics (different feature)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20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the Product Requirements Document (PRD), Technical Concept Document (TCD), Technical Modeling Document (TMD), and Stakeholder Engagement Plan (SEP)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42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quad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coaching outcome thinking.
Context: &lt;paste the outcome map&gt;
Task: Identify where outputs are masquerading as outcomes,
where outcomes are too vague to measure, and any
counter-outcome that could be gamed.
Constraints:
- Be specific to statements given
- Suggest a concrete rewrite
Format: 3 numbered findings.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30 min: cross-review with 4 questions</a:t>
            </a:r>
          </a:p>
          <a:p>
            <a:pPr lvl="0" indent="0" marL="0">
              <a:buNone/>
            </a:pPr>
            <a:r>
              <a:rPr/>
              <a:t>15 min: author-quad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30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Azure DevOps (ADO)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Section 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2026-08-12T22:04:35Z</dcterms:created>
  <dcterms:modified xsi:type="dcterms:W3CDTF">2026-08-12T22:04:35Z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