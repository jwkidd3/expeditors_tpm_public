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triads ask these 4. Author triad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Delivery Plan (DP) Section 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15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outcome ties to a key performance indicator (KPI) from the Tier Sheet.</a:t>
            </a:r>
          </a:p>
          <a:p>
            <a:pPr lvl="0" indent="0">
              <a:buNone/>
            </a:pPr>
            <a:r>
              <a:rPr>
                <a:latin typeface="Courier"/>
              </a:rPr>
              <a:t>### Primary outcome
&lt;user-visible outcome&gt;
Tied to: &lt;NS / KPI from Tier Sheet&gt;
Target movement: &lt;baseline → target&gt; by &lt;timeline&gt;
Leading indicator: &lt;what we'd watch first&gt;
### Supporting outcomes (2–4)
For each: &lt;outcome&gt; / Tied to: ... / Why it matters: ...
### Counter-outcomes (the guardrails)
&lt;outcome we DON'T want — if this happens, we won for the
wrong reasons&gt;
### What this feature explicitly does NOT outcome on
&lt;claims we are NOT making — usually pulled from PRD Section 3 non-goals&gt;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the Product Requirements Document (PRD), Technical Concept Document (TCD), Technical Modeling Document (TMD), and Stakeholder Engagement Plan (SEP)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32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triad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4 questions</a:t>
            </a:r>
          </a:p>
          <a:p>
            <a:pPr lvl="0" indent="0" marL="0">
              <a:buNone/>
            </a:pPr>
            <a:r>
              <a:rPr/>
              <a:t>15 min: author-triad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Azure DevOps (ADO)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Section 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2026-07-22T12:59:30Z</dcterms:created>
  <dcterms:modified xsi:type="dcterms:W3CDTF">2026-07-22T12:59:30Z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