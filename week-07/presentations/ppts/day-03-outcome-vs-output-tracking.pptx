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DP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Section 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 A dead-letter queue (DLQ) depth reading is one such early signal.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20 min: list 5–8 outputs from Delivery Plan (DP) Section 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20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Quad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Quad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 The quarterly key performance indicator (KPI) roll-up is one such metric.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25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Monthly Outcome Review — &lt;feature&gt;
### The primary outcome
Baseline / Current / Target / Status (🟢/🟡/🔴)
### Supporting outcomes
[same table]
### Counter-outcomes (the guardrails)
[same table]
### What we learned this month
2–3 bullets — surprises, model changes
### Decisions for next month
3–5 specific decisions: invest more / pivot / stop</a:t>
            </a:r>
          </a:p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25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Section 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Section 3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3. Tracking plan
### Output / Outcome / Leading-Indicator triples
[Activity 1 table]
### Counter-metrics
[from NS Defense Card]
### Sprint-level tracking
- Cadence; template link; dashboard link; thresholds
### Monthly outcome review
- Cadence; template link; author/audience
### Quarterly NS roll-up
- Cadence; template link
### AI pattern detection
- Prompt link; frequency; validation rule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Pattern Detection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 the prompt your Azure DevOps (ADO) query results.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PM doing pattern detection across a sprint.
Context: &lt;ADO query results — items shipped, blocked,
leading indicator readings&gt;
Task: Identify top 3 patterns:
1. Leading indicator moving wrong direction (or flat)
2. Category over- or under-represented this sprint
3. Anomaly worth investigating
Constraints:
- Use only provided data
- Name specific items / numbers
- Suggest one investigation step per pattern
Format: 3 numbered — pattern / evidence / suggested investigation.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25 min: combine into Section 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quad</a:t>
            </a:r>
          </a:p>
          <a:p>
            <a:pPr lvl="0" indent="0" marL="0">
              <a:buNone/>
            </a:pPr>
            <a:r>
              <a:rPr/>
              <a:t>⏱ 25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value stream mapping (VSM) canvas for the feature delivery</a:t>
            </a:r>
          </a:p>
          <a:p>
            <a:pPr lvl="0" indent="0" marL="0">
              <a:buNone/>
            </a:pPr>
            <a:r>
              <a:rPr/>
              <a:t>Bring to Day 4: DP Sections 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2026-08-12T22:04:40Z</dcterms:created>
  <dcterms:modified xsi:type="dcterms:W3CDTF">2026-08-12T22:04:40Z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