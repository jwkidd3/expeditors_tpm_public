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10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Quad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Quad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PM doing pattern detection across a sprint.
Context: &lt;ADO query results — items shipped, blocked,
leading indicator readings&gt;
Task: Identify top 3 patterns:
1. Leading indicator moving wrong direction (or flat)
2. Category over- or under-represented this sprint
3. Anomaly worth investigating
Constraints:
- Use only provided data
- Name specific items / numbers
- Suggest one investigation step per pattern
Format: 3 numbered — pattern / evidence / suggested investigation.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quad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2026-08-07T22:16:45Z</dcterms:created>
  <dcterms:modified xsi:type="dcterms:W3CDTF">2026-08-07T22:16:45Z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