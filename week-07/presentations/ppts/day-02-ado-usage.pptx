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triads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CFD,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§1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PRD (e.g., “Reconcile flow”)</a:t>
            </a:r>
          </a:p>
          <a:p>
            <a:pPr lvl="0" indent="0" marL="0">
              <a:buNone/>
            </a:pPr>
            <a:r>
              <a:rPr/>
              <a:t>5–10 User Stories — each AC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NFRs from PRD §7 / TCD §3 §4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15 min: 5–10 User Stories from PRD §6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§6;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discipline: cross-check claims against actual ADO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§2 with links / screenshots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DP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§2.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2026-07-16T20:05:22Z</dcterms:created>
  <dcterms:modified xsi:type="dcterms:W3CDTF">2026-07-16T20:05:22Z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