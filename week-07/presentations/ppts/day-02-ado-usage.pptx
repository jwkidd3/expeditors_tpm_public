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quads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cumulative flow diagram (CFD),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Section 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terms recur all day — including Work Item Query Language (WIQL), the query syntax.</a:t>
            </a:r>
          </a:p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Epic — strategic theme; ~1 per quarterly initiative
├── Feature — deliverable slice; 1–3 per Epic
│   ├── User Story — user-visible value
│   │   └── Task — engineering / design / TPM work
│   └── User Story
│       └── Task
└── Feature</a:t>
            </a:r>
          </a:p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Product Requirements Document (PRD) (e.g., “Reconcile flow”)</a:t>
            </a:r>
          </a:p>
          <a:p>
            <a:pPr lvl="0" indent="0" marL="0">
              <a:buNone/>
            </a:pPr>
            <a:r>
              <a:rPr/>
              <a:t>5–10 User Stories — each acceptance criteria (AC)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Non-functional requirements (NFRs) from PRD Section 7 / Technical Concept Document (TCD) Section 3 Section 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25 min: 5–10 User Stories from PRD Section 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+ 25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Section 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Standup-prep assistant for a TPM.
Context: &lt;yesterday's ADO query results — items moved state,
items added, items closed, comments added&gt;
Task: Produce a 5-bullet standup summary:
1. Top 2 things shipped
2. Top 2 things blocked or stuck (&gt;2 days no movement)
3. 1 anomaly (pattern unusual for this team)
Constraints:
- Use only the provided data
- Flag anything you can't determine
Format: 5 numbered bullets, each &lt;15 words.</a:t>
            </a:r>
          </a:p>
          <a:p>
            <a:pPr lvl="0" indent="0" marL="0">
              <a:buNone/>
            </a:pPr>
            <a:r>
              <a:rPr/>
              <a:t>Validation discipline: cross-check claims against actual Azure DevOps (ADO)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Section 2 with links / screenshots</a:t>
            </a:r>
          </a:p>
          <a:p>
            <a:pPr lvl="0" indent="0" marL="0">
              <a:buNone/>
            </a:pPr>
            <a:r>
              <a:rPr/>
              <a:t>⏱ 25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Delivery Plan (DP)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Section 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2026-08-28T15:29:07Z</dcterms:created>
  <dcterms:modified xsi:type="dcterms:W3CDTF">2026-08-28T15:29:07Z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