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DP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(PRD/TCD/TMD/SEP/DP)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capstone subject (FieldPulse or your own project)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NDA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ADO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Capstone subject (FieldPulse or your own)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2026-07-19T11:56:27Z</dcterms:created>
  <dcterms:modified xsi:type="dcterms:W3CDTF">2026-07-19T11:56:27Z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