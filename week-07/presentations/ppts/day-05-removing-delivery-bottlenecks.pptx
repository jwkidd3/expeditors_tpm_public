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the Holocron brief is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the Holocron brief is issued.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the subject is handed to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quads to read closely, not to start solving. A vague read Friday becomes a vague PRD Tuesday.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one-sentence Holocron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quad.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Delivery Plan (DP) Sections 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Receive the Holocron capstone brief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Holocron brief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Experiment N: &lt;name&gt;
**Bottleneck addressed:** &lt;queue&gt;
**Hypothesis:** We believe that &lt;X&gt; will &lt;result&gt;
because &lt;reasoning&gt;.
**Test:** &lt;what / how long / what scope&gt;
**Success criterion:**
- Baseline: &lt;current&gt;
- Target: &lt;improved&gt;
- Window: &lt;duration&gt;
**What could go wrong:** 2–3 risks
**Who runs it:** named person
**By when:** date
**Decision after:**
- Met: adopt / scale / institutionalize
- Not met: abandon / iterate / escalate</a:t>
            </a:r>
          </a:p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35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+ 35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verifies Sections 1–5 cohere, including the value stream mapping (VSM).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outcomes ↔ Section 2 backlog</a:t>
            </a:r>
          </a:p>
          <a:p>
            <a:pPr lvl="0" indent="0" marL="0">
              <a:buNone/>
            </a:pPr>
            <a:r>
              <a:rPr/>
              <a:t>Every output in Section 2 maps to an outcome in Section 1</a:t>
            </a:r>
          </a:p>
          <a:p>
            <a:pPr lvl="0" indent="0" marL="0">
              <a:buNone/>
            </a:pPr>
            <a:r>
              <a:rPr/>
              <a:t>Section 2 backlog ↔ Section 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Section 3 tracking ↔ Section 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Section 4 queues ↔ Section 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30 min: cross-read with rubric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+ 30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Holocron brief issued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DP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The Holocron problem brief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Read the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quad gets the same problem. Read it Friday; do not start solving.</a:t>
            </a:r>
          </a:p>
          <a:p>
            <a:pPr lvl="0" indent="0" marL="0">
              <a:buNone/>
            </a:pPr>
            <a:r>
              <a:rPr/>
              <a:t>The problem in one sentence, in your own words</a:t>
            </a:r>
          </a:p>
          <a:p>
            <a:pPr lvl="0" indent="0" marL="0">
              <a:buNone/>
            </a:pPr>
            <a:r>
              <a:rPr/>
              <a:t>Who you think the primary user is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non-disclosure agreement (NDA)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30 min: read the Holocron brief — problem, primary user, first questions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+ 30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Section 1)</a:t>
            </a:r>
          </a:p>
          <a:p>
            <a:pPr lvl="0" indent="0" marL="0">
              <a:buNone/>
            </a:pPr>
            <a:r>
              <a:rPr/>
              <a:t>Loaded Azure DevOps (ADO) backlog (Section 2)</a:t>
            </a:r>
          </a:p>
          <a:p>
            <a:pPr lvl="0" indent="0" marL="0">
              <a:buNone/>
            </a:pPr>
            <a:r>
              <a:rPr/>
              <a:t>Tracking plan (Section 3)</a:t>
            </a:r>
          </a:p>
          <a:p>
            <a:pPr lvl="0" indent="0" marL="0">
              <a:buNone/>
            </a:pPr>
            <a:r>
              <a:rPr/>
              <a:t>Value stream map (Section 4)</a:t>
            </a:r>
          </a:p>
          <a:p>
            <a:pPr lvl="0" indent="0" marL="0">
              <a:buNone/>
            </a:pPr>
            <a:r>
              <a:rPr/>
              <a:t>Bottleneck experiments (Section 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Holocron problem brief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one-sentence read of the Holocron problem.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2026-08-23T18:36:48Z</dcterms:created>
  <dcterms:modified xsi:type="dcterms:W3CDTF">2026-08-23T18:36:48Z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