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capstone candidate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capstone candidate declared.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pick a fresh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to declare. Vague candidates produce vague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capstone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triad.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DP §§1–5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Declare the Week-8 capstone candidate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Week-8 candidate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§§1–5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outcomes ↔ §2 backlog</a:t>
            </a:r>
          </a:p>
          <a:p>
            <a:pPr lvl="0" indent="0" marL="0">
              <a:buNone/>
            </a:pPr>
            <a:r>
              <a:rPr/>
              <a:t>Every output in §2 maps to an outcome in §1</a:t>
            </a:r>
          </a:p>
          <a:p>
            <a:pPr lvl="0" indent="0" marL="0">
              <a:buNone/>
            </a:pPr>
            <a:r>
              <a:rPr/>
              <a:t>§2 backlog ↔ §3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§3 tracking ↔ §4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§4 queues ↔ §5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capstone candidate declared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(PRD/TCD/TMD/SEP/DP)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A real-world capstone (not FieldPulse)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Your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3–5 candidates and declares a preferred one for Monday.</a:t>
            </a:r>
          </a:p>
          <a:p>
            <a:pPr lvl="0" indent="0" marL="0">
              <a:buNone/>
            </a:pPr>
            <a:r>
              <a:rPr/>
              <a:t>Real product / feature from work, school, hobby, public</a:t>
            </a:r>
          </a:p>
          <a:p>
            <a:pPr lvl="0" indent="0" marL="0">
              <a:buNone/>
            </a:pPr>
            <a:r>
              <a:rPr/>
              <a:t>Substantive enough for a week of work</a:t>
            </a:r>
          </a:p>
          <a:p>
            <a:pPr lvl="0" indent="0" marL="0">
              <a:buNone/>
            </a:pPr>
            <a:r>
              <a:rPr/>
              <a:t>Different enough from FieldPulse to test transferability</a:t>
            </a:r>
          </a:p>
          <a:p>
            <a:pPr lvl="0" indent="0" marL="0">
              <a:buNone/>
            </a:pPr>
            <a:r>
              <a:rPr/>
              <a:t>Public-discussable (no NDA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brainstorm 3–5 capstone candidates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§1)</a:t>
            </a:r>
          </a:p>
          <a:p>
            <a:pPr lvl="0" indent="0" marL="0">
              <a:buNone/>
            </a:pPr>
            <a:r>
              <a:rPr/>
              <a:t>Loaded ADO backlog (§2)</a:t>
            </a:r>
          </a:p>
          <a:p>
            <a:pPr lvl="0" indent="0" marL="0">
              <a:buNone/>
            </a:pPr>
            <a:r>
              <a:rPr/>
              <a:t>Tracking plan (§3)</a:t>
            </a:r>
          </a:p>
          <a:p>
            <a:pPr lvl="0" indent="0" marL="0">
              <a:buNone/>
            </a:pPr>
            <a:r>
              <a:rPr/>
              <a:t>Value stream map (§4)</a:t>
            </a:r>
          </a:p>
          <a:p>
            <a:pPr lvl="0" indent="0" marL="0">
              <a:buNone/>
            </a:pPr>
            <a:r>
              <a:rPr/>
              <a:t>Bottleneck experiments (§5)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Real-world capstone subject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declared capstone candidate.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2026-07-01T17:22:43Z</dcterms:created>
  <dcterms:modified xsi:type="dcterms:W3CDTF">2026-07-01T17:22:43Z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