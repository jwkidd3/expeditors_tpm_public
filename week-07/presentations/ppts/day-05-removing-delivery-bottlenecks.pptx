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quad.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35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+ 35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30 min: cross-read with rubric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+ 30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30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+ 30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2026-08-12T22:04:44Z</dcterms:created>
  <dcterms:modified xsi:type="dcterms:W3CDTF">2026-08-12T22:04:44Z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