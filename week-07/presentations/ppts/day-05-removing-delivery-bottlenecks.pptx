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quad.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Experiment N: &lt;name&gt;
**Bottleneck addressed:** &lt;queue&gt;
**Hypothesis:** We believe that &lt;X&gt; will &lt;result&gt;
because &lt;reasoning&gt;.
**Test:** &lt;what / how long / what scope&gt;
**Success criterion:**
- Baseline: &lt;current&gt;
- Target: &lt;improved&gt;
- Window: &lt;duration&gt;
**What could go wrong:** 2–3 risks
**Who runs it:** named person
**By when:** date
**Decision after:**
- Met: adopt / scale / institutionalize
- Not met: abandon / iterate / escalate</a:t>
            </a:r>
          </a:p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2026-08-10T21:39:01Z</dcterms:created>
  <dcterms:modified xsi:type="dcterms:W3CDTF">2026-08-10T21:39:01Z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