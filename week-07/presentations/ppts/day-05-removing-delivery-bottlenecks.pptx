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§§1–5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§§1–5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outcomes ↔ §2 backlog</a:t>
            </a:r>
          </a:p>
          <a:p>
            <a:pPr lvl="0" indent="0" marL="0">
              <a:buNone/>
            </a:pPr>
            <a:r>
              <a:rPr/>
              <a:t>Every output in §2 maps to an outcome in §1</a:t>
            </a:r>
          </a:p>
          <a:p>
            <a:pPr lvl="0" indent="0" marL="0">
              <a:buNone/>
            </a:pPr>
            <a:r>
              <a:rPr/>
              <a:t>§2 backlog ↔ §3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§3 tracking ↔ §4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§4 queues ↔ §5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capstone subject (FieldPulse or your own project)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§1)</a:t>
            </a:r>
          </a:p>
          <a:p>
            <a:pPr lvl="0" indent="0" marL="0">
              <a:buNone/>
            </a:pPr>
            <a:r>
              <a:rPr/>
              <a:t>Loaded ADO backlog (§2)</a:t>
            </a:r>
          </a:p>
          <a:p>
            <a:pPr lvl="0" indent="0" marL="0">
              <a:buNone/>
            </a:pPr>
            <a:r>
              <a:rPr/>
              <a:t>Tracking plan (§3)</a:t>
            </a:r>
          </a:p>
          <a:p>
            <a:pPr lvl="0" indent="0" marL="0">
              <a:buNone/>
            </a:pPr>
            <a:r>
              <a:rPr/>
              <a:t>Value stream map (§4)</a:t>
            </a:r>
          </a:p>
          <a:p>
            <a:pPr lvl="0" indent="0" marL="0">
              <a:buNone/>
            </a:pPr>
            <a:r>
              <a:rPr/>
              <a:t>Bottleneck experiments (§5)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Capstone subject (FieldPulse or your own)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2026-07-16T20:05:28Z</dcterms:created>
  <dcterms:modified xsi:type="dcterms:W3CDTF">2026-07-16T20:05:28Z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