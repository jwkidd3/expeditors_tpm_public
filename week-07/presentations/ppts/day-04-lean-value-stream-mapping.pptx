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Idea → Discovery → Spec → Build → Ship → Measure → Iterate
│       │         │       │       │        │         │
▼       ▼         ▼       ▼       ▼        ▼         ▼
Q1      Q2        Q3      Q4      Q5       Q6        Q7</a:t>
            </a:r>
          </a:p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25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50 min: PT + LT + flow eff per step</a:t>
            </a:r>
          </a:p>
          <a:p>
            <a:pPr lvl="0" indent="0" marL="0">
              <a:buNone/>
            </a:pPr>
            <a:r>
              <a:rPr/>
              <a:t>⏱ 50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25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[Step 1]──→[Step 2]──→[Step 3]──→...
│           │           │
PT: __      PT: __      PT: __
LT: __      LT: __      LT: __
QUEUE       QUEUE       QUEUE
__ items    __ items    __ items
__ days     __ days     __ days
═════════════════════════════════════
Total cycle time: __ days
Total process time: __ days
Total flow efficiency: __%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Lean coach reviewing a software value stream.
Context: &lt;description of the VSM with PT/LT/flow eff numbers
and identified queues&gt;
Task: Identify 3 queues likely missing or under-counted:
1. A queue between two steps not yet shown
2. A step where PT and LT seem out of line with team reality
3. An invisible queue (e.g., approvals, "ping someone")
Constraints:
- Use only the data given
- Be specific
Format: 3 numbered findings — what's missing / why suspect /
how to verify.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30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30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2026-08-23T18:36:46Z</dcterms:created>
  <dcterms:modified xsi:type="dcterms:W3CDTF">2026-08-23T18:36:46Z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