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  <a:p>
            <a:pPr lvl="0" indent="0" marL="0">
              <a:buNone/>
            </a:pPr>
            <a:r>
              <a:rPr/>
              <a:t>Week 7 builds Agile delivery and Azure DevOps (ADO) mastery.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15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PT + LT + flow eff per step</a:t>
            </a:r>
          </a:p>
          <a:p>
            <a:pPr lvl="0" indent="0" marL="0">
              <a:buNone/>
            </a:pPr>
            <a:r>
              <a:rPr/>
              <a:t>⏱ 40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15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20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Section 4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Delivery Plan (DP)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Sections 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2026-07-27T15:20:15Z</dcterms:created>
  <dcterms:modified xsi:type="dcterms:W3CDTF">2026-07-27T15:20:15Z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