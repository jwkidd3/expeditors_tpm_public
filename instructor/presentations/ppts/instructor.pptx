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triads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pic>
        <p:nvPicPr>
          <p:cNvPr descr="/home/runner/work/Expeditors_TPM_private/Expeditors_TPM_private/instructor/assets/avatar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John Kidd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participant-setup/TECH-SETUP.md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triads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2026-07-01T17:21:41Z</dcterms:created>
  <dcterms:modified xsi:type="dcterms:W3CDTF">2026-07-01T17:21:41Z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